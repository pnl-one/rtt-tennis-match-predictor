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12479AA-1188-46D5-84F2-6A872CF9E262}">
  <a:tblStyle styleId="{F12479AA-1188-46D5-84F2-6A872CF9E262}" styleName="Table_0">
    <a:wholeTbl>
      <a:tcTxStyle b="off" i="off">
        <a:font>
          <a:latin typeface="Circe"/>
          <a:ea typeface="Circe"/>
          <a:cs typeface="Circe"/>
        </a:font>
        <a:srgbClr val="000000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E2CD"/>
          </a:solidFill>
        </a:fill>
      </a:tcStyle>
    </a:wholeTbl>
    <a:band1H>
      <a:tcTxStyle b="off" i="off"/>
      <a:tcStyle>
        <a:tcBdr/>
      </a:tcStyle>
    </a:band1H>
    <a:band2H>
      <a:tcTxStyle b="off" i="off"/>
      <a:tcStyle>
        <a:tcBdr/>
        <a:fill>
          <a:solidFill>
            <a:srgbClr val="FFF1E8"/>
          </a:solidFill>
        </a:fill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n" i="off">
        <a:font>
          <a:latin typeface="Circe"/>
          <a:ea typeface="Circe"/>
          <a:cs typeface="Circe"/>
        </a:font>
        <a:srgbClr val="FFFFFF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irce"/>
          <a:ea typeface="Circe"/>
          <a:cs typeface="Circe"/>
        </a:font>
        <a:srgbClr val="FFFFFF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irce"/>
          <a:ea typeface="Circe"/>
          <a:cs typeface="Circe"/>
        </a:font>
        <a:srgbClr val="FFFFFF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2" autoAdjust="0"/>
    <p:restoredTop sz="94658"/>
  </p:normalViewPr>
  <p:slideViewPr>
    <p:cSldViewPr snapToGrid="0">
      <p:cViewPr varScale="1">
        <p:scale>
          <a:sx n="113" d="100"/>
          <a:sy n="113" d="100"/>
        </p:scale>
        <p:origin x="843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8DFA47-DC5E-7C2C-E904-0A55CA1E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C7BBF8D-4EA6-ED34-BAE6-A8C669D275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1D5D5E-F088-246E-09B1-778B88E7E161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7E4E0C6-B76A-50AC-8F28-A6D377D810B8}"/>
              </a:ext>
            </a:extLst>
          </p:cNvPr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_1_1_2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32">
            <a:extLst>
              <a:ext uri="{FF2B5EF4-FFF2-40B4-BE49-F238E27FC236}">
                <a16:creationId xmlns:a16="http://schemas.microsoft.com/office/drawing/2014/main" id="{6F89F3CA-EA35-4C49-A388-8B800C07A8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69100" y="3455450"/>
            <a:ext cx="10003800" cy="990000"/>
          </a:xfrm>
          <a:prstGeom prst="rect">
            <a:avLst/>
          </a:prstGeom>
        </p:spPr>
        <p:txBody>
          <a:bodyPr spcFirstLastPara="1" wrap="square" lIns="0" tIns="144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95" name="Google Shape;495;p32">
            <a:extLst>
              <a:ext uri="{FF2B5EF4-FFF2-40B4-BE49-F238E27FC236}">
                <a16:creationId xmlns:a16="http://schemas.microsoft.com/office/drawing/2014/main" id="{0AB51A2C-8FD8-4A87-9B68-480B8CFE8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8650" y="980391"/>
            <a:ext cx="9597000" cy="2484000"/>
          </a:xfrm>
          <a:prstGeom prst="rect">
            <a:avLst/>
          </a:prstGeom>
        </p:spPr>
        <p:txBody>
          <a:bodyPr spcFirstLastPara="1" wrap="square" lIns="0" tIns="72000" rIns="91425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96" name="Google Shape;496;p32">
            <a:extLst>
              <a:ext uri="{FF2B5EF4-FFF2-40B4-BE49-F238E27FC236}">
                <a16:creationId xmlns:a16="http://schemas.microsoft.com/office/drawing/2014/main" id="{DE4DC131-5B65-42E9-9801-37A951A68A0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6268650" y="5436000"/>
            <a:ext cx="5706000" cy="2721600"/>
          </a:xfrm>
          <a:prstGeom prst="rect">
            <a:avLst/>
          </a:prstGeom>
        </p:spPr>
        <p:txBody>
          <a:bodyPr spcFirstLastPara="1" wrap="square" lIns="0" tIns="198000" rIns="36000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32">
            <a:extLst>
              <a:ext uri="{FF2B5EF4-FFF2-40B4-BE49-F238E27FC236}">
                <a16:creationId xmlns:a16="http://schemas.microsoft.com/office/drawing/2014/main" id="{894B80DF-634E-4AB8-BD30-AC10BF6AD641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6963825" y="8404925"/>
            <a:ext cx="4434600" cy="499800"/>
          </a:xfrm>
          <a:prstGeom prst="rect">
            <a:avLst/>
          </a:prstGeom>
        </p:spPr>
        <p:txBody>
          <a:bodyPr spcFirstLastPara="1" wrap="square" lIns="0" tIns="126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7" name="Google Shape;517;p32">
            <a:extLst>
              <a:ext uri="{FF2B5EF4-FFF2-40B4-BE49-F238E27FC236}">
                <a16:creationId xmlns:a16="http://schemas.microsoft.com/office/drawing/2014/main" id="{2B394589-99CE-4373-9838-9A5BB83EB753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6963825" y="9144513"/>
            <a:ext cx="4434600" cy="499800"/>
          </a:xfrm>
          <a:prstGeom prst="rect">
            <a:avLst/>
          </a:prstGeom>
        </p:spPr>
        <p:txBody>
          <a:bodyPr spcFirstLastPara="1" wrap="square" lIns="0" tIns="126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8" name="Google Shape;518;p32">
            <a:extLst>
              <a:ext uri="{FF2B5EF4-FFF2-40B4-BE49-F238E27FC236}">
                <a16:creationId xmlns:a16="http://schemas.microsoft.com/office/drawing/2014/main" id="{BB7F54C1-474C-4ACD-80FF-ECC6CFFD8235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12695913" y="9144513"/>
            <a:ext cx="4434600" cy="499800"/>
          </a:xfrm>
          <a:prstGeom prst="rect">
            <a:avLst/>
          </a:prstGeom>
        </p:spPr>
        <p:txBody>
          <a:bodyPr spcFirstLastPara="1" wrap="square" lIns="0" tIns="126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9" name="Google Shape;519;p32">
            <a:extLst>
              <a:ext uri="{FF2B5EF4-FFF2-40B4-BE49-F238E27FC236}">
                <a16:creationId xmlns:a16="http://schemas.microsoft.com/office/drawing/2014/main" id="{078E557E-703A-422E-9D23-28FF46AD84E9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12695925" y="8416975"/>
            <a:ext cx="4434600" cy="482100"/>
          </a:xfrm>
          <a:prstGeom prst="rect">
            <a:avLst/>
          </a:prstGeom>
        </p:spPr>
        <p:txBody>
          <a:bodyPr spcFirstLastPara="1" wrap="square" lIns="0" tIns="126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0" name="Google Shape;520;p32">
            <a:extLst>
              <a:ext uri="{FF2B5EF4-FFF2-40B4-BE49-F238E27FC236}">
                <a16:creationId xmlns:a16="http://schemas.microsoft.com/office/drawing/2014/main" id="{22D27124-D78B-4833-9CEA-4E167123A1FB}"/>
              </a:ext>
            </a:extLst>
          </p:cNvPr>
          <p:cNvSpPr>
            <a:spLocks noGrp="1"/>
          </p:cNvSpPr>
          <p:nvPr>
            <p:ph type="subTitle" idx="7"/>
          </p:nvPr>
        </p:nvSpPr>
        <p:spPr>
          <a:xfrm>
            <a:off x="11985450" y="5436000"/>
            <a:ext cx="5750700" cy="2721600"/>
          </a:xfrm>
          <a:prstGeom prst="rect">
            <a:avLst/>
          </a:prstGeom>
        </p:spPr>
        <p:txBody>
          <a:bodyPr spcFirstLastPara="1" wrap="square" lIns="0" tIns="198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3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37">
            <a:extLst>
              <a:ext uri="{FF2B5EF4-FFF2-40B4-BE49-F238E27FC236}">
                <a16:creationId xmlns:a16="http://schemas.microsoft.com/office/drawing/2014/main" id="{F84C26F1-AC21-4406-8A49-1867C179AC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8157600"/>
            <a:ext cx="5728500" cy="17208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accent5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11" name="Google Shape;611;p37">
            <a:extLst>
              <a:ext uri="{FF2B5EF4-FFF2-40B4-BE49-F238E27FC236}">
                <a16:creationId xmlns:a16="http://schemas.microsoft.com/office/drawing/2014/main" id="{C5E1D497-35DE-4B5A-B7EC-1C3EBB4E1EF6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859300" y="8908926"/>
            <a:ext cx="3292800" cy="732000"/>
          </a:xfrm>
          <a:prstGeom prst="rect">
            <a:avLst/>
          </a:prstGeom>
        </p:spPr>
        <p:txBody>
          <a:bodyPr spcFirstLastPara="1" wrap="square" lIns="0" tIns="216000" rIns="0" bIns="0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/>
            </a:lvl2pPr>
            <a:lvl3pPr>
              <a:spcBef>
                <a:spcPts val="3200"/>
              </a:spcBef>
              <a:spcAft>
                <a:spcPts val="0"/>
              </a:spcAft>
              <a:buNone/>
              <a:defRPr/>
            </a:lvl3pPr>
            <a:lvl4pPr>
              <a:spcBef>
                <a:spcPts val="3200"/>
              </a:spcBef>
              <a:spcAft>
                <a:spcPts val="0"/>
              </a:spcAft>
              <a:buNone/>
              <a:defRPr/>
            </a:lvl4pPr>
            <a:lvl5pPr>
              <a:spcBef>
                <a:spcPts val="3200"/>
              </a:spcBef>
              <a:spcAft>
                <a:spcPts val="0"/>
              </a:spcAft>
              <a:buNone/>
              <a:defRPr/>
            </a:lvl5pPr>
            <a:lvl6pPr>
              <a:spcBef>
                <a:spcPts val="3200"/>
              </a:spcBef>
              <a:spcAft>
                <a:spcPts val="0"/>
              </a:spcAft>
              <a:buNone/>
              <a:defRPr/>
            </a:lvl6pPr>
            <a:lvl7pPr>
              <a:spcBef>
                <a:spcPts val="3200"/>
              </a:spcBef>
              <a:spcAft>
                <a:spcPts val="0"/>
              </a:spcAft>
              <a:buNone/>
              <a:defRPr/>
            </a:lvl7pPr>
            <a:lvl8pPr>
              <a:spcBef>
                <a:spcPts val="3200"/>
              </a:spcBef>
              <a:spcAft>
                <a:spcPts val="0"/>
              </a:spcAft>
              <a:buNone/>
              <a:defRPr/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12" name="Google Shape;612;p37">
            <a:extLst>
              <a:ext uri="{FF2B5EF4-FFF2-40B4-BE49-F238E27FC236}">
                <a16:creationId xmlns:a16="http://schemas.microsoft.com/office/drawing/2014/main" id="{FEED15C9-97FA-45A3-9282-87CE2DFBAB2E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2074125" y="8908926"/>
            <a:ext cx="3292800" cy="732000"/>
          </a:xfrm>
          <a:prstGeom prst="rect">
            <a:avLst/>
          </a:prstGeom>
        </p:spPr>
        <p:txBody>
          <a:bodyPr spcFirstLastPara="1" wrap="square" lIns="0" tIns="216000" rIns="0" bIns="0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/>
            </a:lvl2pPr>
            <a:lvl3pPr>
              <a:spcBef>
                <a:spcPts val="3200"/>
              </a:spcBef>
              <a:spcAft>
                <a:spcPts val="0"/>
              </a:spcAft>
              <a:buNone/>
              <a:defRPr/>
            </a:lvl3pPr>
            <a:lvl4pPr>
              <a:spcBef>
                <a:spcPts val="3200"/>
              </a:spcBef>
              <a:spcAft>
                <a:spcPts val="0"/>
              </a:spcAft>
              <a:buNone/>
              <a:defRPr/>
            </a:lvl4pPr>
            <a:lvl5pPr>
              <a:spcBef>
                <a:spcPts val="3200"/>
              </a:spcBef>
              <a:spcAft>
                <a:spcPts val="0"/>
              </a:spcAft>
              <a:buNone/>
              <a:defRPr/>
            </a:lvl5pPr>
            <a:lvl6pPr>
              <a:spcBef>
                <a:spcPts val="3200"/>
              </a:spcBef>
              <a:spcAft>
                <a:spcPts val="0"/>
              </a:spcAft>
              <a:buNone/>
              <a:defRPr/>
            </a:lvl6pPr>
            <a:lvl7pPr>
              <a:spcBef>
                <a:spcPts val="3200"/>
              </a:spcBef>
              <a:spcAft>
                <a:spcPts val="0"/>
              </a:spcAft>
              <a:buNone/>
              <a:defRPr/>
            </a:lvl7pPr>
            <a:lvl8pPr>
              <a:spcBef>
                <a:spcPts val="3200"/>
              </a:spcBef>
              <a:spcAft>
                <a:spcPts val="0"/>
              </a:spcAft>
              <a:buNone/>
              <a:defRPr/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18" name="Google Shape;618;p37">
            <a:extLst>
              <a:ext uri="{FF2B5EF4-FFF2-40B4-BE49-F238E27FC236}">
                <a16:creationId xmlns:a16="http://schemas.microsoft.com/office/drawing/2014/main" id="{0893C916-5E3F-4B7F-8191-5CDC09EB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24624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2_1_1_1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42">
            <a:extLst>
              <a:ext uri="{FF2B5EF4-FFF2-40B4-BE49-F238E27FC236}">
                <a16:creationId xmlns:a16="http://schemas.microsoft.com/office/drawing/2014/main" id="{955EB1D9-6EED-443F-AE90-2BDD103E12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1850" y="2707200"/>
            <a:ext cx="10004400" cy="1735200"/>
          </a:xfrm>
          <a:prstGeom prst="rect">
            <a:avLst/>
          </a:prstGeom>
        </p:spPr>
        <p:txBody>
          <a:bodyPr spcFirstLastPara="1" wrap="square" lIns="0" tIns="108000" rIns="91425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00" name="Google Shape;700;p42">
            <a:extLst>
              <a:ext uri="{FF2B5EF4-FFF2-40B4-BE49-F238E27FC236}">
                <a16:creationId xmlns:a16="http://schemas.microsoft.com/office/drawing/2014/main" id="{EC33842F-2288-4A93-AA87-7E063E5E8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24624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7">
            <a:extLst>
              <a:ext uri="{FF2B5EF4-FFF2-40B4-BE49-F238E27FC236}">
                <a16:creationId xmlns:a16="http://schemas.microsoft.com/office/drawing/2014/main" id="{A58C8276-4A1D-4441-9CFA-A19465AF98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850" y="2217600"/>
            <a:ext cx="12862800" cy="7178400"/>
          </a:xfrm>
          <a:prstGeom prst="rect">
            <a:avLst/>
          </a:prstGeom>
          <a:noFill/>
        </p:spPr>
        <p:txBody>
          <a:bodyPr spcFirstLastPara="1" wrap="square" lIns="0" tIns="108000" rIns="0" bIns="0" anchor="t">
            <a:noAutofit/>
          </a:bodyPr>
          <a:lstStyle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1pPr>
            <a:lvl2pPr marL="914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2pPr>
            <a:lvl3pPr marL="1371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3pPr>
            <a:lvl4pPr marL="18288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4pPr>
            <a:lvl5pPr marL="22860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5pPr>
            <a:lvl6pPr marL="27432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6pPr>
            <a:lvl7pPr marL="3200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7pPr>
            <a:lvl8pPr marL="3657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8pPr>
            <a:lvl9pPr marL="4114800" indent="-4191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3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8" name="Google Shape;408;p27">
            <a:extLst>
              <a:ext uri="{FF2B5EF4-FFF2-40B4-BE49-F238E27FC236}">
                <a16:creationId xmlns:a16="http://schemas.microsoft.com/office/drawing/2014/main" id="{BB6830FD-D29F-4756-99C2-B34B9E7CA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5721200" cy="7344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1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p45">
            <a:extLst>
              <a:ext uri="{FF2B5EF4-FFF2-40B4-BE49-F238E27FC236}">
                <a16:creationId xmlns:a16="http://schemas.microsoft.com/office/drawing/2014/main" id="{2FF65F15-5E34-4A8B-A1A9-B181347B23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1850" y="2707200"/>
            <a:ext cx="8592000" cy="1735200"/>
          </a:xfrm>
          <a:prstGeom prst="rect">
            <a:avLst/>
          </a:prstGeom>
        </p:spPr>
        <p:txBody>
          <a:bodyPr spcFirstLastPara="1" wrap="square" lIns="0" tIns="108000" rIns="91425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735" name="Google Shape;735;p45">
            <a:extLst>
              <a:ext uri="{FF2B5EF4-FFF2-40B4-BE49-F238E27FC236}">
                <a16:creationId xmlns:a16="http://schemas.microsoft.com/office/drawing/2014/main" id="{91A4DD31-7305-4294-B807-1A7A69233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24624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45">
            <a:extLst>
              <a:ext uri="{FF2B5EF4-FFF2-40B4-BE49-F238E27FC236}">
                <a16:creationId xmlns:a16="http://schemas.microsoft.com/office/drawing/2014/main" id="{E2A5B1F5-27D1-4974-B164-26E629576047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40000" y="8157600"/>
            <a:ext cx="5728500" cy="17208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/>
            </a:lvl2pPr>
            <a:lvl3pPr>
              <a:spcBef>
                <a:spcPts val="3200"/>
              </a:spcBef>
              <a:spcAft>
                <a:spcPts val="0"/>
              </a:spcAft>
              <a:buNone/>
              <a:defRPr/>
            </a:lvl3pPr>
            <a:lvl4pPr>
              <a:spcBef>
                <a:spcPts val="3200"/>
              </a:spcBef>
              <a:spcAft>
                <a:spcPts val="0"/>
              </a:spcAft>
              <a:buNone/>
              <a:defRPr/>
            </a:lvl4pPr>
            <a:lvl5pPr>
              <a:spcBef>
                <a:spcPts val="3200"/>
              </a:spcBef>
              <a:spcAft>
                <a:spcPts val="0"/>
              </a:spcAft>
              <a:buNone/>
              <a:defRPr/>
            </a:lvl5pPr>
            <a:lvl6pPr>
              <a:spcBef>
                <a:spcPts val="3200"/>
              </a:spcBef>
              <a:spcAft>
                <a:spcPts val="0"/>
              </a:spcAft>
              <a:buNone/>
              <a:defRPr/>
            </a:lvl6pPr>
            <a:lvl7pPr>
              <a:spcBef>
                <a:spcPts val="3200"/>
              </a:spcBef>
              <a:spcAft>
                <a:spcPts val="0"/>
              </a:spcAft>
              <a:buNone/>
              <a:defRPr/>
            </a:lvl7pPr>
            <a:lvl8pPr>
              <a:spcBef>
                <a:spcPts val="3200"/>
              </a:spcBef>
              <a:spcAft>
                <a:spcPts val="0"/>
              </a:spcAft>
              <a:buNone/>
              <a:defRPr/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_1_1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31">
            <a:extLst>
              <a:ext uri="{FF2B5EF4-FFF2-40B4-BE49-F238E27FC236}">
                <a16:creationId xmlns:a16="http://schemas.microsoft.com/office/drawing/2014/main" id="{E559C406-C006-4141-8892-196CCF8218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97850" y="3956450"/>
            <a:ext cx="10038300" cy="990000"/>
          </a:xfrm>
          <a:prstGeom prst="rect">
            <a:avLst/>
          </a:prstGeom>
        </p:spPr>
        <p:txBody>
          <a:bodyPr spcFirstLastPara="1" wrap="square" lIns="0" tIns="144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468" name="Google Shape;468;p31">
            <a:extLst>
              <a:ext uri="{FF2B5EF4-FFF2-40B4-BE49-F238E27FC236}">
                <a16:creationId xmlns:a16="http://schemas.microsoft.com/office/drawing/2014/main" id="{2050B3DB-6BB4-4A25-84B6-1A930D097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7850" y="1468800"/>
            <a:ext cx="10038300" cy="2484000"/>
          </a:xfrm>
          <a:prstGeom prst="rect">
            <a:avLst/>
          </a:prstGeom>
        </p:spPr>
        <p:txBody>
          <a:bodyPr spcFirstLastPara="1" wrap="square" lIns="0" tIns="72000" rIns="91425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469" name="Google Shape;469;p31">
            <a:extLst>
              <a:ext uri="{FF2B5EF4-FFF2-40B4-BE49-F238E27FC236}">
                <a16:creationId xmlns:a16="http://schemas.microsoft.com/office/drawing/2014/main" id="{C72C68BF-73CE-4E3F-864B-2AC85778F149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8393025" y="5925600"/>
            <a:ext cx="5021700" cy="741600"/>
          </a:xfrm>
          <a:prstGeom prst="rect">
            <a:avLst/>
          </a:prstGeom>
        </p:spPr>
        <p:txBody>
          <a:bodyPr spcFirstLastPara="1" wrap="square" lIns="0" tIns="270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488" name="Google Shape;488;p31">
            <a:extLst>
              <a:ext uri="{FF2B5EF4-FFF2-40B4-BE49-F238E27FC236}">
                <a16:creationId xmlns:a16="http://schemas.microsoft.com/office/drawing/2014/main" id="{8D810925-C1D9-46AC-98D4-D71299A6B376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8393025" y="6667200"/>
            <a:ext cx="5021700" cy="741600"/>
          </a:xfrm>
          <a:prstGeom prst="rect">
            <a:avLst/>
          </a:prstGeom>
        </p:spPr>
        <p:txBody>
          <a:bodyPr spcFirstLastPara="1" wrap="square" lIns="0" tIns="270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489" name="Google Shape;489;p31">
            <a:extLst>
              <a:ext uri="{FF2B5EF4-FFF2-40B4-BE49-F238E27FC236}">
                <a16:creationId xmlns:a16="http://schemas.microsoft.com/office/drawing/2014/main" id="{6CF840C9-6DA4-4EA6-8D21-47ABD45C6CCE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8393025" y="7415694"/>
            <a:ext cx="5021700" cy="741600"/>
          </a:xfrm>
          <a:prstGeom prst="rect">
            <a:avLst/>
          </a:prstGeom>
        </p:spPr>
        <p:txBody>
          <a:bodyPr spcFirstLastPara="1" wrap="square" lIns="0" tIns="270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490" name="Google Shape;490;p31">
            <a:extLst>
              <a:ext uri="{FF2B5EF4-FFF2-40B4-BE49-F238E27FC236}">
                <a16:creationId xmlns:a16="http://schemas.microsoft.com/office/drawing/2014/main" id="{29A43588-05C2-4CB2-AD2E-C0FC15BCD224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8393025" y="8163128"/>
            <a:ext cx="5021700" cy="741600"/>
          </a:xfrm>
          <a:prstGeom prst="rect">
            <a:avLst/>
          </a:prstGeom>
        </p:spPr>
        <p:txBody>
          <a:bodyPr spcFirstLastPara="1" wrap="square" lIns="0" tIns="270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36">
            <a:extLst>
              <a:ext uri="{FF2B5EF4-FFF2-40B4-BE49-F238E27FC236}">
                <a16:creationId xmlns:a16="http://schemas.microsoft.com/office/drawing/2014/main" id="{AB5C266E-5C4D-47B2-A47A-41FC092CB7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1850" y="2707200"/>
            <a:ext cx="11433600" cy="1735200"/>
          </a:xfrm>
          <a:prstGeom prst="rect">
            <a:avLst/>
          </a:prstGeom>
        </p:spPr>
        <p:txBody>
          <a:bodyPr spcFirstLastPara="1" wrap="square" lIns="0" tIns="108000" rIns="91425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99" name="Google Shape;599;p36">
            <a:extLst>
              <a:ext uri="{FF2B5EF4-FFF2-40B4-BE49-F238E27FC236}">
                <a16:creationId xmlns:a16="http://schemas.microsoft.com/office/drawing/2014/main" id="{0D7AD1B4-043A-48C4-BED6-6EB231F2D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24624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5" name="Google Shape;605;p36">
            <a:extLst>
              <a:ext uri="{FF2B5EF4-FFF2-40B4-BE49-F238E27FC236}">
                <a16:creationId xmlns:a16="http://schemas.microsoft.com/office/drawing/2014/main" id="{A8CEF221-EEB3-48D2-9AFB-8F142B05751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40000" y="8157600"/>
            <a:ext cx="5728500" cy="17208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2_1_1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p41">
            <a:extLst>
              <a:ext uri="{FF2B5EF4-FFF2-40B4-BE49-F238E27FC236}">
                <a16:creationId xmlns:a16="http://schemas.microsoft.com/office/drawing/2014/main" id="{A62C6544-F50D-482E-9D2D-42A0F04C3F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1850" y="2707200"/>
            <a:ext cx="10004400" cy="1735200"/>
          </a:xfrm>
          <a:prstGeom prst="rect">
            <a:avLst/>
          </a:prstGeom>
        </p:spPr>
        <p:txBody>
          <a:bodyPr spcFirstLastPara="1" wrap="square" lIns="0" tIns="108000" rIns="91425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88" name="Google Shape;688;p41">
            <a:extLst>
              <a:ext uri="{FF2B5EF4-FFF2-40B4-BE49-F238E27FC236}">
                <a16:creationId xmlns:a16="http://schemas.microsoft.com/office/drawing/2014/main" id="{0412EA9B-6DBA-44C1-8A72-FE9B30C21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24624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2_1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40">
            <a:extLst>
              <a:ext uri="{FF2B5EF4-FFF2-40B4-BE49-F238E27FC236}">
                <a16:creationId xmlns:a16="http://schemas.microsoft.com/office/drawing/2014/main" id="{04C9A744-DAA7-4A81-AFFA-89A9706B4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36434" y="6096918"/>
            <a:ext cx="2790000" cy="2186700"/>
          </a:xfrm>
          <a:prstGeom prst="rect">
            <a:avLst/>
          </a:prstGeom>
        </p:spPr>
        <p:txBody>
          <a:bodyPr spcFirstLastPara="1" wrap="square" lIns="0" tIns="0" rIns="91425" bIns="0" anchor="t">
            <a:noAutofit/>
          </a:bodyPr>
          <a:lstStyle>
            <a:lvl1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2pPr>
            <a:lvl3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3pPr>
            <a:lvl4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4pPr>
            <a:lvl5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5pPr>
            <a:lvl6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6pPr>
            <a:lvl7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7pPr>
            <a:lvl8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8pPr>
            <a:lvl9pPr algn="ctr">
              <a:lnSpc>
                <a:spcPct val="500000"/>
              </a:lnSpc>
              <a:spcBef>
                <a:spcPts val="3200"/>
              </a:spcBef>
              <a:spcAft>
                <a:spcPts val="3200"/>
              </a:spcAft>
              <a:buNone/>
              <a:defRPr sz="3000"/>
            </a:lvl9pPr>
          </a:lstStyle>
          <a:p>
            <a:endParaRPr/>
          </a:p>
        </p:txBody>
      </p:sp>
      <p:sp>
        <p:nvSpPr>
          <p:cNvPr id="675" name="Google Shape;675;p40">
            <a:extLst>
              <a:ext uri="{FF2B5EF4-FFF2-40B4-BE49-F238E27FC236}">
                <a16:creationId xmlns:a16="http://schemas.microsoft.com/office/drawing/2014/main" id="{DDA32AB0-E739-40AC-AB14-22DF038C6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24624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76" name="Google Shape;676;p40">
            <a:extLst>
              <a:ext uri="{FF2B5EF4-FFF2-40B4-BE49-F238E27FC236}">
                <a16:creationId xmlns:a16="http://schemas.microsoft.com/office/drawing/2014/main" id="{BB8E34CD-363C-4620-8B24-33BA4EF9B6C4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51850" y="2707200"/>
            <a:ext cx="10004400" cy="1735200"/>
          </a:xfrm>
          <a:prstGeom prst="rect">
            <a:avLst/>
          </a:prstGeom>
        </p:spPr>
        <p:txBody>
          <a:bodyPr spcFirstLastPara="1" wrap="square" lIns="0" tIns="108000" rIns="91425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2_1_1_1_1_1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p44">
            <a:extLst>
              <a:ext uri="{FF2B5EF4-FFF2-40B4-BE49-F238E27FC236}">
                <a16:creationId xmlns:a16="http://schemas.microsoft.com/office/drawing/2014/main" id="{04B7607D-7B46-432B-BD63-75E7263502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1850" y="2707200"/>
            <a:ext cx="10004400" cy="1735200"/>
          </a:xfrm>
          <a:prstGeom prst="rect">
            <a:avLst/>
          </a:prstGeom>
        </p:spPr>
        <p:txBody>
          <a:bodyPr spcFirstLastPara="1" wrap="square" lIns="0" tIns="108000" rIns="91425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724" name="Google Shape;724;p44">
            <a:extLst>
              <a:ext uri="{FF2B5EF4-FFF2-40B4-BE49-F238E27FC236}">
                <a16:creationId xmlns:a16="http://schemas.microsoft.com/office/drawing/2014/main" id="{D977001A-86BA-4026-9CFF-A479EE204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24624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accent5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3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_1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0">
            <a:extLst>
              <a:ext uri="{FF2B5EF4-FFF2-40B4-BE49-F238E27FC236}">
                <a16:creationId xmlns:a16="http://schemas.microsoft.com/office/drawing/2014/main" id="{FCF97A77-95E4-4ACD-907D-76FDF4D14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4456800"/>
          </a:xfrm>
          <a:prstGeom prst="rect">
            <a:avLst/>
          </a:prstGeom>
        </p:spPr>
        <p:txBody>
          <a:bodyPr spcFirstLastPara="1" wrap="square" lIns="0" tIns="36000" rIns="91425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>
            <a:endParaRPr/>
          </a:p>
        </p:txBody>
      </p:sp>
      <p:sp>
        <p:nvSpPr>
          <p:cNvPr id="463" name="Google Shape;463;p30">
            <a:extLst>
              <a:ext uri="{FF2B5EF4-FFF2-40B4-BE49-F238E27FC236}">
                <a16:creationId xmlns:a16="http://schemas.microsoft.com/office/drawing/2014/main" id="{64F2158B-EB46-425C-A7D0-3558950C50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8157600"/>
            <a:ext cx="5728500" cy="17208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/>
            </a:lvl2pPr>
            <a:lvl3pPr>
              <a:spcBef>
                <a:spcPts val="3200"/>
              </a:spcBef>
              <a:spcAft>
                <a:spcPts val="0"/>
              </a:spcAft>
              <a:buNone/>
              <a:defRPr/>
            </a:lvl3pPr>
            <a:lvl4pPr>
              <a:spcBef>
                <a:spcPts val="3200"/>
              </a:spcBef>
              <a:spcAft>
                <a:spcPts val="0"/>
              </a:spcAft>
              <a:buNone/>
              <a:defRPr/>
            </a:lvl4pPr>
            <a:lvl5pPr>
              <a:spcBef>
                <a:spcPts val="3200"/>
              </a:spcBef>
              <a:spcAft>
                <a:spcPts val="0"/>
              </a:spcAft>
              <a:buNone/>
              <a:defRPr/>
            </a:lvl5pPr>
            <a:lvl6pPr>
              <a:spcBef>
                <a:spcPts val="3200"/>
              </a:spcBef>
              <a:spcAft>
                <a:spcPts val="0"/>
              </a:spcAft>
              <a:buNone/>
              <a:defRPr/>
            </a:lvl6pPr>
            <a:lvl7pPr>
              <a:spcBef>
                <a:spcPts val="3200"/>
              </a:spcBef>
              <a:spcAft>
                <a:spcPts val="0"/>
              </a:spcAft>
              <a:buNone/>
              <a:defRPr/>
            </a:lvl7pPr>
            <a:lvl8pPr>
              <a:spcBef>
                <a:spcPts val="3200"/>
              </a:spcBef>
              <a:spcAft>
                <a:spcPts val="0"/>
              </a:spcAft>
              <a:buNone/>
              <a:defRPr/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_1_1_1_1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35">
            <a:extLst>
              <a:ext uri="{FF2B5EF4-FFF2-40B4-BE49-F238E27FC236}">
                <a16:creationId xmlns:a16="http://schemas.microsoft.com/office/drawing/2014/main" id="{FA2783E2-2806-4340-9249-398548B4C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6925" y="5435566"/>
            <a:ext cx="8574000" cy="3218400"/>
          </a:xfrm>
          <a:prstGeom prst="rect">
            <a:avLst/>
          </a:prstGeom>
        </p:spPr>
        <p:txBody>
          <a:bodyPr spcFirstLastPara="1" wrap="square" lIns="0" tIns="126000" rIns="91425" bIns="91425" anchor="t">
            <a:noAutofit/>
          </a:bodyPr>
          <a:lstStyle>
            <a:lvl1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88" name="Google Shape;588;p35">
            <a:extLst>
              <a:ext uri="{FF2B5EF4-FFF2-40B4-BE49-F238E27FC236}">
                <a16:creationId xmlns:a16="http://schemas.microsoft.com/office/drawing/2014/main" id="{839FE51A-8102-40AD-9255-A91EEDC31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850" y="9396000"/>
            <a:ext cx="7146000" cy="244800"/>
          </a:xfrm>
          <a:prstGeom prst="rect">
            <a:avLst/>
          </a:prstGeom>
          <a:noFill/>
        </p:spPr>
        <p:txBody>
          <a:bodyPr spcFirstLastPara="1" wrap="square" lIns="0" tIns="0" rIns="0" bIns="0" anchor="t">
            <a:noAutofit/>
          </a:bodyPr>
          <a:lstStyle>
            <a:lvl1pPr marL="4572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1pPr>
            <a:lvl2pPr marL="9144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2pPr>
            <a:lvl3pPr marL="13716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3pPr>
            <a:lvl4pPr marL="18288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4pPr>
            <a:lvl5pPr marL="22860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5pPr>
            <a:lvl6pPr marL="27432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6pPr>
            <a:lvl7pPr marL="32004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7pPr>
            <a:lvl8pPr marL="36576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8pPr>
            <a:lvl9pPr marL="4114800" indent="-3175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14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589" name="Google Shape;589;p35">
            <a:extLst>
              <a:ext uri="{FF2B5EF4-FFF2-40B4-BE49-F238E27FC236}">
                <a16:creationId xmlns:a16="http://schemas.microsoft.com/office/drawing/2014/main" id="{2409F5BC-EC06-465B-89F0-BA04B32A553E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4856925" y="2217166"/>
            <a:ext cx="8574000" cy="3218400"/>
          </a:xfrm>
          <a:prstGeom prst="rect">
            <a:avLst/>
          </a:prstGeom>
        </p:spPr>
        <p:txBody>
          <a:bodyPr spcFirstLastPara="1" wrap="square" lIns="0" tIns="144000" rIns="91425" bIns="0" anchor="t">
            <a:noAutofit/>
          </a:bodyPr>
          <a:lstStyle>
            <a:lvl1pPr algn="ct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  <a:defRPr sz="230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 algn="ctr">
              <a:lnSpc>
                <a:spcPct val="5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29">
            <a:extLst>
              <a:ext uri="{FF2B5EF4-FFF2-40B4-BE49-F238E27FC236}">
                <a16:creationId xmlns:a16="http://schemas.microsoft.com/office/drawing/2014/main" id="{B08DCF96-7EEE-4071-BFBF-A49EE4253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06725" y="6667200"/>
            <a:ext cx="7137000" cy="2232000"/>
          </a:xfrm>
          <a:prstGeom prst="rect">
            <a:avLst/>
          </a:prstGeom>
        </p:spPr>
        <p:txBody>
          <a:bodyPr spcFirstLastPara="1" wrap="square" lIns="0" tIns="19800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5" name="Google Shape;445;p29">
            <a:extLst>
              <a:ext uri="{FF2B5EF4-FFF2-40B4-BE49-F238E27FC236}">
                <a16:creationId xmlns:a16="http://schemas.microsoft.com/office/drawing/2014/main" id="{CEDEF037-7033-4345-BAB2-C2CFE81FC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6725" y="3452400"/>
            <a:ext cx="8574900" cy="2970000"/>
          </a:xfrm>
          <a:prstGeom prst="rect">
            <a:avLst/>
          </a:prstGeom>
        </p:spPr>
        <p:txBody>
          <a:bodyPr spcFirstLastPara="1" wrap="square" lIns="0" tIns="126000" rIns="91425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2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39">
            <a:extLst>
              <a:ext uri="{FF2B5EF4-FFF2-40B4-BE49-F238E27FC236}">
                <a16:creationId xmlns:a16="http://schemas.microsoft.com/office/drawing/2014/main" id="{179A31ED-4507-484B-BF8A-DED4B60972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89997" y="7644591"/>
            <a:ext cx="2932500" cy="2298300"/>
          </a:xfrm>
          <a:prstGeom prst="rect">
            <a:avLst/>
          </a:prstGeom>
        </p:spPr>
        <p:txBody>
          <a:bodyPr spcFirstLastPara="1" wrap="square" lIns="0" tIns="0" rIns="91425" bIns="0" anchor="t">
            <a:noAutofit/>
          </a:bodyPr>
          <a:lstStyle>
            <a:lvl1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2pPr>
            <a:lvl3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3pPr>
            <a:lvl4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4pPr>
            <a:lvl5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5pPr>
            <a:lvl6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6pPr>
            <a:lvl7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7pPr>
            <a:lvl8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8pPr>
            <a:lvl9pPr algn="ctr">
              <a:lnSpc>
                <a:spcPct val="500000"/>
              </a:lnSpc>
              <a:spcBef>
                <a:spcPts val="3200"/>
              </a:spcBef>
              <a:spcAft>
                <a:spcPts val="3200"/>
              </a:spcAft>
              <a:buNone/>
              <a:defRPr sz="3000"/>
            </a:lvl9pPr>
          </a:lstStyle>
          <a:p>
            <a:endParaRPr/>
          </a:p>
        </p:txBody>
      </p:sp>
      <p:sp>
        <p:nvSpPr>
          <p:cNvPr id="664" name="Google Shape;664;p39">
            <a:extLst>
              <a:ext uri="{FF2B5EF4-FFF2-40B4-BE49-F238E27FC236}">
                <a16:creationId xmlns:a16="http://schemas.microsoft.com/office/drawing/2014/main" id="{70E1C68E-0DCC-417F-A6D9-67A9A6660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24624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5" name="Google Shape;665;p39">
            <a:extLst>
              <a:ext uri="{FF2B5EF4-FFF2-40B4-BE49-F238E27FC236}">
                <a16:creationId xmlns:a16="http://schemas.microsoft.com/office/drawing/2014/main" id="{BEBE6227-8227-4880-99F9-AB7251D93B31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51850" y="2707200"/>
            <a:ext cx="10004400" cy="1735200"/>
          </a:xfrm>
          <a:prstGeom prst="rect">
            <a:avLst/>
          </a:prstGeom>
        </p:spPr>
        <p:txBody>
          <a:bodyPr spcFirstLastPara="1" wrap="square" lIns="0" tIns="108000" rIns="91425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_1_1_1_2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34">
            <a:extLst>
              <a:ext uri="{FF2B5EF4-FFF2-40B4-BE49-F238E27FC236}">
                <a16:creationId xmlns:a16="http://schemas.microsoft.com/office/drawing/2014/main" id="{286590B4-6ADA-497A-A714-9E4535D47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850" y="5921400"/>
            <a:ext cx="5716800" cy="2977800"/>
          </a:xfrm>
          <a:prstGeom prst="rect">
            <a:avLst/>
          </a:prstGeom>
          <a:noFill/>
        </p:spPr>
        <p:txBody>
          <a:bodyPr spcFirstLastPara="1" wrap="square" lIns="0" tIns="144000" rIns="180000" bIns="0" anchor="t">
            <a:noAutofit/>
          </a:bodyPr>
          <a:lstStyle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1pPr>
            <a:lvl2pPr marL="914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2pPr>
            <a:lvl3pPr marL="1371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3pPr>
            <a:lvl4pPr marL="18288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4pPr>
            <a:lvl5pPr marL="22860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5pPr>
            <a:lvl6pPr marL="27432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6pPr>
            <a:lvl7pPr marL="3200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7pPr>
            <a:lvl8pPr marL="3657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8pPr>
            <a:lvl9pPr marL="4114800" indent="-4191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3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77" name="Google Shape;577;p34">
            <a:extLst>
              <a:ext uri="{FF2B5EF4-FFF2-40B4-BE49-F238E27FC236}">
                <a16:creationId xmlns:a16="http://schemas.microsoft.com/office/drawing/2014/main" id="{9F7FDB01-D77D-45B4-90E3-07F18608D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4292000" cy="734400"/>
          </a:xfrm>
          <a:prstGeom prst="rect">
            <a:avLst/>
          </a:prstGeom>
        </p:spPr>
        <p:txBody>
          <a:bodyPr spcFirstLastPara="1" wrap="square" lIns="0" tIns="0" rIns="91425" bIns="91425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81" name="Google Shape;581;p34">
            <a:extLst>
              <a:ext uri="{FF2B5EF4-FFF2-40B4-BE49-F238E27FC236}">
                <a16:creationId xmlns:a16="http://schemas.microsoft.com/office/drawing/2014/main" id="{4F093029-B635-4E08-B082-1D5033F72D7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68650" y="5921400"/>
            <a:ext cx="5716800" cy="2977800"/>
          </a:xfrm>
          <a:prstGeom prst="rect">
            <a:avLst/>
          </a:prstGeom>
          <a:noFill/>
        </p:spPr>
        <p:txBody>
          <a:bodyPr spcFirstLastPara="1" wrap="square" lIns="0" tIns="144000" rIns="180000" bIns="0" anchor="t">
            <a:noAutofit/>
          </a:bodyPr>
          <a:lstStyle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1pPr>
            <a:lvl2pPr marL="914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2pPr>
            <a:lvl3pPr marL="1371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3pPr>
            <a:lvl4pPr marL="18288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4pPr>
            <a:lvl5pPr marL="22860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5pPr>
            <a:lvl6pPr marL="27432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6pPr>
            <a:lvl7pPr marL="3200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7pPr>
            <a:lvl8pPr marL="3657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8pPr>
            <a:lvl9pPr marL="4114800" indent="-4191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3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82" name="Google Shape;582;p34">
            <a:extLst>
              <a:ext uri="{FF2B5EF4-FFF2-40B4-BE49-F238E27FC236}">
                <a16:creationId xmlns:a16="http://schemas.microsoft.com/office/drawing/2014/main" id="{9E1FF7F2-5F17-4FF0-BE01-7D8456E3B94F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1985450" y="5921400"/>
            <a:ext cx="5750700" cy="2977800"/>
          </a:xfrm>
          <a:prstGeom prst="rect">
            <a:avLst/>
          </a:prstGeom>
          <a:noFill/>
        </p:spPr>
        <p:txBody>
          <a:bodyPr spcFirstLastPara="1" wrap="square" lIns="0" tIns="144000" rIns="180000" bIns="0" anchor="t">
            <a:noAutofit/>
          </a:bodyPr>
          <a:lstStyle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1pPr>
            <a:lvl2pPr marL="914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2pPr>
            <a:lvl3pPr marL="1371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3pPr>
            <a:lvl4pPr marL="18288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4pPr>
            <a:lvl5pPr marL="22860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5pPr>
            <a:lvl6pPr marL="27432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6pPr>
            <a:lvl7pPr marL="3200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7pPr>
            <a:lvl8pPr marL="3657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8pPr>
            <a:lvl9pPr marL="4114800" indent="-4191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3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2_1_1_1_1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43">
            <a:extLst>
              <a:ext uri="{FF2B5EF4-FFF2-40B4-BE49-F238E27FC236}">
                <a16:creationId xmlns:a16="http://schemas.microsoft.com/office/drawing/2014/main" id="{EF76451C-ECCF-46D8-8244-D1BCB51A5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1850" y="2707200"/>
            <a:ext cx="10004400" cy="1735200"/>
          </a:xfrm>
          <a:prstGeom prst="rect">
            <a:avLst/>
          </a:prstGeom>
        </p:spPr>
        <p:txBody>
          <a:bodyPr spcFirstLastPara="1" wrap="square" lIns="0" tIns="108000" rIns="91425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12" name="Google Shape;712;p43">
            <a:extLst>
              <a:ext uri="{FF2B5EF4-FFF2-40B4-BE49-F238E27FC236}">
                <a16:creationId xmlns:a16="http://schemas.microsoft.com/office/drawing/2014/main" id="{B9471C01-EF48-4CFD-A89A-0A8FF9E4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24624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2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28">
            <a:extLst>
              <a:ext uri="{FF2B5EF4-FFF2-40B4-BE49-F238E27FC236}">
                <a16:creationId xmlns:a16="http://schemas.microsoft.com/office/drawing/2014/main" id="{F55D41CF-65D0-4C2A-A2FB-3673E070D1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850" y="2952000"/>
            <a:ext cx="8592300" cy="5205600"/>
          </a:xfrm>
          <a:prstGeom prst="rect">
            <a:avLst/>
          </a:prstGeom>
          <a:noFill/>
        </p:spPr>
        <p:txBody>
          <a:bodyPr spcFirstLastPara="1" wrap="square" lIns="0" tIns="0" rIns="0" bIns="0" anchor="ctr">
            <a:noAutofit/>
          </a:bodyPr>
          <a:lstStyle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>
                <a:solidFill>
                  <a:srgbClr val="FFFFFF"/>
                </a:solidFill>
              </a:defRPr>
            </a:lvl1pPr>
            <a:lvl2pPr marL="914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rgbClr val="FFFFFF"/>
                </a:solidFill>
              </a:defRPr>
            </a:lvl2pPr>
            <a:lvl3pPr marL="1371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rgbClr val="FFFFFF"/>
                </a:solidFill>
              </a:defRPr>
            </a:lvl3pPr>
            <a:lvl4pPr marL="18288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rgbClr val="FFFFFF"/>
                </a:solidFill>
              </a:defRPr>
            </a:lvl4pPr>
            <a:lvl5pPr marL="22860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rgbClr val="FFFFFF"/>
                </a:solidFill>
              </a:defRPr>
            </a:lvl5pPr>
            <a:lvl6pPr marL="27432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rgbClr val="FFFFFF"/>
                </a:solidFill>
              </a:defRPr>
            </a:lvl6pPr>
            <a:lvl7pPr marL="3200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rgbClr val="FFFFFF"/>
                </a:solidFill>
              </a:defRPr>
            </a:lvl7pPr>
            <a:lvl8pPr marL="3657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rgbClr val="FFFFFF"/>
                </a:solidFill>
              </a:defRPr>
            </a:lvl8pPr>
            <a:lvl9pPr marL="4114800" indent="-4191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30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422" name="Google Shape;422;p28">
            <a:extLst>
              <a:ext uri="{FF2B5EF4-FFF2-40B4-BE49-F238E27FC236}">
                <a16:creationId xmlns:a16="http://schemas.microsoft.com/office/drawing/2014/main" id="{786272A7-916E-445A-BEEE-58BECB424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5721200" cy="7344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429" name="Google Shape;429;p28">
            <a:extLst>
              <a:ext uri="{FF2B5EF4-FFF2-40B4-BE49-F238E27FC236}">
                <a16:creationId xmlns:a16="http://schemas.microsoft.com/office/drawing/2014/main" id="{4A63AFE2-8526-40AC-96F9-7488E2B1506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51850" y="9396000"/>
            <a:ext cx="7146000" cy="244800"/>
          </a:xfrm>
          <a:prstGeom prst="rect">
            <a:avLst/>
          </a:prstGeom>
          <a:noFill/>
        </p:spPr>
        <p:txBody>
          <a:bodyPr spcFirstLastPara="1" wrap="square" lIns="0" tIns="0" rIns="0" bIns="0" anchor="t">
            <a:noAutofit/>
          </a:bodyPr>
          <a:lstStyle>
            <a:lvl1pPr marL="4572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1pPr>
            <a:lvl2pPr marL="9144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2pPr>
            <a:lvl3pPr marL="13716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3pPr>
            <a:lvl4pPr marL="18288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4pPr>
            <a:lvl5pPr marL="22860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5pPr>
            <a:lvl6pPr marL="27432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6pPr>
            <a:lvl7pPr marL="32004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7pPr>
            <a:lvl8pPr marL="36576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8pPr>
            <a:lvl9pPr marL="4114800" indent="-3175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14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_1_1_1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33">
            <a:extLst>
              <a:ext uri="{FF2B5EF4-FFF2-40B4-BE49-F238E27FC236}">
                <a16:creationId xmlns:a16="http://schemas.microsoft.com/office/drawing/2014/main" id="{08B21A36-DC5B-44EB-B25B-427F9652D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1200" y="3452400"/>
            <a:ext cx="4315800" cy="2228400"/>
          </a:xfrm>
          <a:prstGeom prst="rect">
            <a:avLst/>
          </a:prstGeom>
          <a:noFill/>
        </p:spPr>
        <p:txBody>
          <a:bodyPr spcFirstLastPara="1" wrap="square" lIns="0" tIns="180000" rIns="0" bIns="0" anchor="t">
            <a:noAutofit/>
          </a:bodyPr>
          <a:lstStyle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1pPr>
            <a:lvl2pPr marL="914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2pPr>
            <a:lvl3pPr marL="1371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3pPr>
            <a:lvl4pPr marL="18288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4pPr>
            <a:lvl5pPr marL="22860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5pPr>
            <a:lvl6pPr marL="27432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6pPr>
            <a:lvl7pPr marL="3200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7pPr>
            <a:lvl8pPr marL="3657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8pPr>
            <a:lvl9pPr marL="4114800" indent="-3810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33">
            <a:extLst>
              <a:ext uri="{FF2B5EF4-FFF2-40B4-BE49-F238E27FC236}">
                <a16:creationId xmlns:a16="http://schemas.microsoft.com/office/drawing/2014/main" id="{DE952F45-8EA8-452D-B361-B5DE61FAE88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51850" y="6912000"/>
            <a:ext cx="4315800" cy="2728800"/>
          </a:xfrm>
          <a:prstGeom prst="rect">
            <a:avLst/>
          </a:prstGeom>
          <a:noFill/>
        </p:spPr>
        <p:txBody>
          <a:bodyPr spcFirstLastPara="1" wrap="square" lIns="0" tIns="180000" rIns="0" bIns="0" anchor="t">
            <a:noAutofit/>
          </a:bodyPr>
          <a:lstStyle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1pPr>
            <a:lvl2pPr marL="914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2pPr>
            <a:lvl3pPr marL="1371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3pPr>
            <a:lvl4pPr marL="18288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4pPr>
            <a:lvl5pPr marL="22860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5pPr>
            <a:lvl6pPr marL="27432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6pPr>
            <a:lvl7pPr marL="3200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7pPr>
            <a:lvl8pPr marL="3657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8pPr>
            <a:lvl9pPr marL="4114800" indent="-3810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45" name="Google Shape;545;p33">
            <a:extLst>
              <a:ext uri="{FF2B5EF4-FFF2-40B4-BE49-F238E27FC236}">
                <a16:creationId xmlns:a16="http://schemas.microsoft.com/office/drawing/2014/main" id="{270A5877-0BB5-4FA2-A28D-21760F3F8E7A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268650" y="3452400"/>
            <a:ext cx="4545600" cy="2228400"/>
          </a:xfrm>
          <a:prstGeom prst="rect">
            <a:avLst/>
          </a:prstGeom>
          <a:noFill/>
        </p:spPr>
        <p:txBody>
          <a:bodyPr spcFirstLastPara="1" wrap="square" lIns="0" tIns="180000" rIns="0" bIns="0" anchor="t">
            <a:noAutofit/>
          </a:bodyPr>
          <a:lstStyle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1pPr>
            <a:lvl2pPr marL="914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2pPr>
            <a:lvl3pPr marL="1371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3pPr>
            <a:lvl4pPr marL="18288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4pPr>
            <a:lvl5pPr marL="22860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5pPr>
            <a:lvl6pPr marL="27432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6pPr>
            <a:lvl7pPr marL="3200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7pPr>
            <a:lvl8pPr marL="3657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8pPr>
            <a:lvl9pPr marL="4114800" indent="-3810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46" name="Google Shape;546;p33">
            <a:extLst>
              <a:ext uri="{FF2B5EF4-FFF2-40B4-BE49-F238E27FC236}">
                <a16:creationId xmlns:a16="http://schemas.microsoft.com/office/drawing/2014/main" id="{1A046DA9-9088-4598-A39D-736E4B688C8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268625" y="6912000"/>
            <a:ext cx="4287600" cy="2728800"/>
          </a:xfrm>
          <a:prstGeom prst="rect">
            <a:avLst/>
          </a:prstGeom>
          <a:noFill/>
        </p:spPr>
        <p:txBody>
          <a:bodyPr spcFirstLastPara="1" wrap="square" lIns="0" tIns="180000" rIns="0" bIns="0" anchor="t">
            <a:noAutofit/>
          </a:bodyPr>
          <a:lstStyle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1pPr>
            <a:lvl2pPr marL="914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2pPr>
            <a:lvl3pPr marL="1371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3pPr>
            <a:lvl4pPr marL="18288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4pPr>
            <a:lvl5pPr marL="22860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5pPr>
            <a:lvl6pPr marL="27432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6pPr>
            <a:lvl7pPr marL="3200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7pPr>
            <a:lvl8pPr marL="3657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8pPr>
            <a:lvl9pPr marL="4114800" indent="-3810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47" name="Google Shape;547;p33">
            <a:extLst>
              <a:ext uri="{FF2B5EF4-FFF2-40B4-BE49-F238E27FC236}">
                <a16:creationId xmlns:a16="http://schemas.microsoft.com/office/drawing/2014/main" id="{C78113BB-A607-46A3-8C2F-C963A10411F5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11978000" y="3440550"/>
            <a:ext cx="4315800" cy="2228400"/>
          </a:xfrm>
          <a:prstGeom prst="rect">
            <a:avLst/>
          </a:prstGeom>
          <a:noFill/>
        </p:spPr>
        <p:txBody>
          <a:bodyPr spcFirstLastPara="1" wrap="square" lIns="0" tIns="180000" rIns="0" bIns="0" anchor="t">
            <a:noAutofit/>
          </a:bodyPr>
          <a:lstStyle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1pPr>
            <a:lvl2pPr marL="914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2pPr>
            <a:lvl3pPr marL="1371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3pPr>
            <a:lvl4pPr marL="18288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4pPr>
            <a:lvl5pPr marL="22860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5pPr>
            <a:lvl6pPr marL="27432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6pPr>
            <a:lvl7pPr marL="3200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7pPr>
            <a:lvl8pPr marL="3657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8pPr>
            <a:lvl9pPr marL="4114800" indent="-3810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48" name="Google Shape;548;p33">
            <a:extLst>
              <a:ext uri="{FF2B5EF4-FFF2-40B4-BE49-F238E27FC236}">
                <a16:creationId xmlns:a16="http://schemas.microsoft.com/office/drawing/2014/main" id="{BD64053C-85D8-4D14-B9DF-0F94BFBCA0E7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11978000" y="6912000"/>
            <a:ext cx="4315800" cy="2728800"/>
          </a:xfrm>
          <a:prstGeom prst="rect">
            <a:avLst/>
          </a:prstGeom>
          <a:noFill/>
        </p:spPr>
        <p:txBody>
          <a:bodyPr spcFirstLastPara="1" wrap="square" lIns="0" tIns="180000" rIns="0" bIns="0" anchor="t">
            <a:noAutofit/>
          </a:bodyPr>
          <a:lstStyle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1pPr>
            <a:lvl2pPr marL="914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2pPr>
            <a:lvl3pPr marL="1371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3pPr>
            <a:lvl4pPr marL="18288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4pPr>
            <a:lvl5pPr marL="22860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5pPr>
            <a:lvl6pPr marL="27432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6pPr>
            <a:lvl7pPr marL="3200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7pPr>
            <a:lvl8pPr marL="3657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8pPr>
            <a:lvl9pPr marL="4114800" indent="-3810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54" name="Google Shape;554;p33">
            <a:extLst>
              <a:ext uri="{FF2B5EF4-FFF2-40B4-BE49-F238E27FC236}">
                <a16:creationId xmlns:a16="http://schemas.microsoft.com/office/drawing/2014/main" id="{1DF4FDD0-8755-475D-8EFC-5C02C6C7E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4292000" cy="734400"/>
          </a:xfrm>
          <a:prstGeom prst="rect">
            <a:avLst/>
          </a:prstGeom>
        </p:spPr>
        <p:txBody>
          <a:bodyPr spcFirstLastPara="1" wrap="square" lIns="0" tIns="0" rIns="91425" bIns="91425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3_1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38">
            <a:extLst>
              <a:ext uri="{FF2B5EF4-FFF2-40B4-BE49-F238E27FC236}">
                <a16:creationId xmlns:a16="http://schemas.microsoft.com/office/drawing/2014/main" id="{21198C4D-459B-406D-8776-F476DE9891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8157600"/>
            <a:ext cx="5728500" cy="17208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accent5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38">
            <a:extLst>
              <a:ext uri="{FF2B5EF4-FFF2-40B4-BE49-F238E27FC236}">
                <a16:creationId xmlns:a16="http://schemas.microsoft.com/office/drawing/2014/main" id="{8D4339A2-545B-49FF-BFD2-FF9E88DA03E4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432406" y="5685601"/>
            <a:ext cx="3292800" cy="732000"/>
          </a:xfrm>
          <a:prstGeom prst="rect">
            <a:avLst/>
          </a:prstGeom>
        </p:spPr>
        <p:txBody>
          <a:bodyPr spcFirstLastPara="1" wrap="square" lIns="0" tIns="216000" rIns="0" bIns="0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/>
            </a:lvl2pPr>
            <a:lvl3pPr>
              <a:spcBef>
                <a:spcPts val="3200"/>
              </a:spcBef>
              <a:spcAft>
                <a:spcPts val="0"/>
              </a:spcAft>
              <a:buNone/>
              <a:defRPr/>
            </a:lvl3pPr>
            <a:lvl4pPr>
              <a:spcBef>
                <a:spcPts val="3200"/>
              </a:spcBef>
              <a:spcAft>
                <a:spcPts val="0"/>
              </a:spcAft>
              <a:buNone/>
              <a:defRPr/>
            </a:lvl4pPr>
            <a:lvl5pPr>
              <a:spcBef>
                <a:spcPts val="3200"/>
              </a:spcBef>
              <a:spcAft>
                <a:spcPts val="0"/>
              </a:spcAft>
              <a:buNone/>
              <a:defRPr/>
            </a:lvl5pPr>
            <a:lvl6pPr>
              <a:spcBef>
                <a:spcPts val="3200"/>
              </a:spcBef>
              <a:spcAft>
                <a:spcPts val="0"/>
              </a:spcAft>
              <a:buNone/>
              <a:defRPr/>
            </a:lvl6pPr>
            <a:lvl7pPr>
              <a:spcBef>
                <a:spcPts val="3200"/>
              </a:spcBef>
              <a:spcAft>
                <a:spcPts val="0"/>
              </a:spcAft>
              <a:buNone/>
              <a:defRPr/>
            </a:lvl7pPr>
            <a:lvl8pPr>
              <a:spcBef>
                <a:spcPts val="3200"/>
              </a:spcBef>
              <a:spcAft>
                <a:spcPts val="0"/>
              </a:spcAft>
              <a:buNone/>
              <a:defRPr/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42" name="Google Shape;642;p38">
            <a:extLst>
              <a:ext uri="{FF2B5EF4-FFF2-40B4-BE49-F238E27FC236}">
                <a16:creationId xmlns:a16="http://schemas.microsoft.com/office/drawing/2014/main" id="{D6E6FBC9-FD18-47AD-92AA-60798B39E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24624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54" name="Google Shape;654;p38">
            <a:extLst>
              <a:ext uri="{FF2B5EF4-FFF2-40B4-BE49-F238E27FC236}">
                <a16:creationId xmlns:a16="http://schemas.microsoft.com/office/drawing/2014/main" id="{A2A23E64-F390-45E9-B595-2CF711E27014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432406" y="6921601"/>
            <a:ext cx="3292800" cy="732000"/>
          </a:xfrm>
          <a:prstGeom prst="rect">
            <a:avLst/>
          </a:prstGeom>
        </p:spPr>
        <p:txBody>
          <a:bodyPr spcFirstLastPara="1" wrap="square" lIns="0" tIns="216000" rIns="0" bIns="0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/>
            </a:lvl2pPr>
            <a:lvl3pPr>
              <a:spcBef>
                <a:spcPts val="3200"/>
              </a:spcBef>
              <a:spcAft>
                <a:spcPts val="0"/>
              </a:spcAft>
              <a:buNone/>
              <a:defRPr/>
            </a:lvl3pPr>
            <a:lvl4pPr>
              <a:spcBef>
                <a:spcPts val="3200"/>
              </a:spcBef>
              <a:spcAft>
                <a:spcPts val="0"/>
              </a:spcAft>
              <a:buNone/>
              <a:defRPr/>
            </a:lvl4pPr>
            <a:lvl5pPr>
              <a:spcBef>
                <a:spcPts val="3200"/>
              </a:spcBef>
              <a:spcAft>
                <a:spcPts val="0"/>
              </a:spcAft>
              <a:buNone/>
              <a:defRPr/>
            </a:lvl5pPr>
            <a:lvl6pPr>
              <a:spcBef>
                <a:spcPts val="3200"/>
              </a:spcBef>
              <a:spcAft>
                <a:spcPts val="0"/>
              </a:spcAft>
              <a:buNone/>
              <a:defRPr/>
            </a:lvl6pPr>
            <a:lvl7pPr>
              <a:spcBef>
                <a:spcPts val="3200"/>
              </a:spcBef>
              <a:spcAft>
                <a:spcPts val="0"/>
              </a:spcAft>
              <a:buNone/>
              <a:defRPr/>
            </a:lvl7pPr>
            <a:lvl8pPr>
              <a:spcBef>
                <a:spcPts val="3200"/>
              </a:spcBef>
              <a:spcAft>
                <a:spcPts val="0"/>
              </a:spcAft>
              <a:buNone/>
              <a:defRPr/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_1_1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9">
            <a:extLst>
              <a:ext uri="{FF2B5EF4-FFF2-40B4-BE49-F238E27FC236}">
                <a16:creationId xmlns:a16="http://schemas.microsoft.com/office/drawing/2014/main" id="{34C1B3D9-AA51-4426-9F5D-05174407C1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69100" y="2949150"/>
            <a:ext cx="10003800" cy="1493100"/>
          </a:xfrm>
          <a:prstGeom prst="rect">
            <a:avLst/>
          </a:prstGeom>
        </p:spPr>
        <p:txBody>
          <a:bodyPr spcFirstLastPara="1" wrap="square" lIns="0" tIns="21600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9">
            <a:extLst>
              <a:ext uri="{FF2B5EF4-FFF2-40B4-BE49-F238E27FC236}">
                <a16:creationId xmlns:a16="http://schemas.microsoft.com/office/drawing/2014/main" id="{DA7F75FF-6DC1-45A6-B547-C777C691E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8650" y="980400"/>
            <a:ext cx="10003800" cy="1983600"/>
          </a:xfrm>
          <a:prstGeom prst="rect">
            <a:avLst/>
          </a:prstGeom>
        </p:spPr>
        <p:txBody>
          <a:bodyPr spcFirstLastPara="1" wrap="square" lIns="0" tIns="72000" rIns="91425" bIns="0" anchor="b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>
            <a:endParaRPr/>
          </a:p>
        </p:txBody>
      </p:sp>
      <p:sp>
        <p:nvSpPr>
          <p:cNvPr id="128" name="Google Shape;128;p9">
            <a:extLst>
              <a:ext uri="{FF2B5EF4-FFF2-40B4-BE49-F238E27FC236}">
                <a16:creationId xmlns:a16="http://schemas.microsoft.com/office/drawing/2014/main" id="{E64A5845-5A13-451B-8066-F04E321687CE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6268650" y="5436000"/>
            <a:ext cx="5706000" cy="2721600"/>
          </a:xfrm>
          <a:prstGeom prst="rect">
            <a:avLst/>
          </a:prstGeom>
        </p:spPr>
        <p:txBody>
          <a:bodyPr spcFirstLastPara="1" wrap="square" lIns="0" tIns="180000" rIns="36000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9">
            <a:extLst>
              <a:ext uri="{FF2B5EF4-FFF2-40B4-BE49-F238E27FC236}">
                <a16:creationId xmlns:a16="http://schemas.microsoft.com/office/drawing/2014/main" id="{97E966B7-ED09-48F0-9E34-ECBC08AA99B4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6963825" y="8404925"/>
            <a:ext cx="4434600" cy="499800"/>
          </a:xfrm>
          <a:prstGeom prst="rect">
            <a:avLst/>
          </a:prstGeom>
        </p:spPr>
        <p:txBody>
          <a:bodyPr spcFirstLastPara="1" wrap="square" lIns="0" tIns="126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9">
            <a:extLst>
              <a:ext uri="{FF2B5EF4-FFF2-40B4-BE49-F238E27FC236}">
                <a16:creationId xmlns:a16="http://schemas.microsoft.com/office/drawing/2014/main" id="{DAF23EF4-3833-4741-B72A-78C43AA6643D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6963825" y="9144513"/>
            <a:ext cx="4434600" cy="499800"/>
          </a:xfrm>
          <a:prstGeom prst="rect">
            <a:avLst/>
          </a:prstGeom>
        </p:spPr>
        <p:txBody>
          <a:bodyPr spcFirstLastPara="1" wrap="square" lIns="0" tIns="126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9">
            <a:extLst>
              <a:ext uri="{FF2B5EF4-FFF2-40B4-BE49-F238E27FC236}">
                <a16:creationId xmlns:a16="http://schemas.microsoft.com/office/drawing/2014/main" id="{86B3E27A-5D2C-42BC-B944-1B3C48723EE0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12695913" y="9144513"/>
            <a:ext cx="4434600" cy="499800"/>
          </a:xfrm>
          <a:prstGeom prst="rect">
            <a:avLst/>
          </a:prstGeom>
        </p:spPr>
        <p:txBody>
          <a:bodyPr spcFirstLastPara="1" wrap="square" lIns="0" tIns="126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9">
            <a:extLst>
              <a:ext uri="{FF2B5EF4-FFF2-40B4-BE49-F238E27FC236}">
                <a16:creationId xmlns:a16="http://schemas.microsoft.com/office/drawing/2014/main" id="{9F3C4999-57BE-4218-8823-03B2178043E8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12695925" y="8416975"/>
            <a:ext cx="4434600" cy="482100"/>
          </a:xfrm>
          <a:prstGeom prst="rect">
            <a:avLst/>
          </a:prstGeom>
        </p:spPr>
        <p:txBody>
          <a:bodyPr spcFirstLastPara="1" wrap="square" lIns="0" tIns="126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9">
            <a:extLst>
              <a:ext uri="{FF2B5EF4-FFF2-40B4-BE49-F238E27FC236}">
                <a16:creationId xmlns:a16="http://schemas.microsoft.com/office/drawing/2014/main" id="{EBECE5F1-4FCC-4DAF-9461-018237795DE0}"/>
              </a:ext>
            </a:extLst>
          </p:cNvPr>
          <p:cNvSpPr>
            <a:spLocks noGrp="1"/>
          </p:cNvSpPr>
          <p:nvPr>
            <p:ph type="subTitle" idx="7"/>
          </p:nvPr>
        </p:nvSpPr>
        <p:spPr>
          <a:xfrm>
            <a:off x="11985450" y="5436000"/>
            <a:ext cx="5750700" cy="2721600"/>
          </a:xfrm>
          <a:prstGeom prst="rect">
            <a:avLst/>
          </a:prstGeom>
        </p:spPr>
        <p:txBody>
          <a:bodyPr spcFirstLastPara="1" wrap="square" lIns="0" tIns="18000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3">
    <p:bg>
      <p:bgPr>
        <a:solidFill>
          <a:srgbClr val="4BD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4">
            <a:extLst>
              <a:ext uri="{FF2B5EF4-FFF2-40B4-BE49-F238E27FC236}">
                <a16:creationId xmlns:a16="http://schemas.microsoft.com/office/drawing/2014/main" id="{1A47453E-89A8-44D0-988F-66E174D756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8157600"/>
            <a:ext cx="5728500" cy="14832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57" name="Google Shape;257;p14">
            <a:extLst>
              <a:ext uri="{FF2B5EF4-FFF2-40B4-BE49-F238E27FC236}">
                <a16:creationId xmlns:a16="http://schemas.microsoft.com/office/drawing/2014/main" id="{DBEBD7CA-7D17-4B1C-A001-1809C318B9D7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8454216" y="8908925"/>
            <a:ext cx="3547200" cy="732000"/>
          </a:xfrm>
          <a:prstGeom prst="rect">
            <a:avLst/>
          </a:prstGeom>
        </p:spPr>
        <p:txBody>
          <a:bodyPr spcFirstLastPara="1" wrap="square" lIns="144000" tIns="216000" rIns="0" bIns="0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58" name="Google Shape;258;p14">
            <a:extLst>
              <a:ext uri="{FF2B5EF4-FFF2-40B4-BE49-F238E27FC236}">
                <a16:creationId xmlns:a16="http://schemas.microsoft.com/office/drawing/2014/main" id="{B0F4DEF8-288A-417B-8B28-42108BC5CBE0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2725850" y="8908925"/>
            <a:ext cx="3547200" cy="732000"/>
          </a:xfrm>
          <a:prstGeom prst="rect">
            <a:avLst/>
          </a:prstGeom>
        </p:spPr>
        <p:txBody>
          <a:bodyPr spcFirstLastPara="1" wrap="square" lIns="144000" tIns="216000" rIns="0" bIns="0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64" name="Google Shape;264;p14">
            <a:extLst>
              <a:ext uri="{FF2B5EF4-FFF2-40B4-BE49-F238E27FC236}">
                <a16:creationId xmlns:a16="http://schemas.microsoft.com/office/drawing/2014/main" id="{D8572A79-4FD1-4AE6-B75F-99475D8F1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4292000" cy="49464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2_1_1_1">
    <p:bg>
      <p:bgPr>
        <a:solidFill>
          <a:srgbClr val="4BD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9">
            <a:extLst>
              <a:ext uri="{FF2B5EF4-FFF2-40B4-BE49-F238E27FC236}">
                <a16:creationId xmlns:a16="http://schemas.microsoft.com/office/drawing/2014/main" id="{FAD3F697-E57C-4642-8BC7-65ECCB9C5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4292000" cy="42120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>
            <a:extLst>
              <a:ext uri="{FF2B5EF4-FFF2-40B4-BE49-F238E27FC236}">
                <a16:creationId xmlns:a16="http://schemas.microsoft.com/office/drawing/2014/main" id="{A1E480B4-E5E4-4F4B-98F1-CCCB8FD3CD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850" y="2217600"/>
            <a:ext cx="12862800" cy="7178400"/>
          </a:xfrm>
          <a:prstGeom prst="rect">
            <a:avLst/>
          </a:prstGeom>
          <a:noFill/>
        </p:spPr>
        <p:txBody>
          <a:bodyPr spcFirstLastPara="1" wrap="square" lIns="0" tIns="108000" rIns="0" bIns="0" anchor="t">
            <a:noAutofit/>
          </a:bodyPr>
          <a:lstStyle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1pPr>
            <a:lvl2pPr marL="914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2pPr>
            <a:lvl3pPr marL="1371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3pPr>
            <a:lvl4pPr marL="1828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4pPr>
            <a:lvl5pPr marL="22860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5pPr>
            <a:lvl6pPr marL="2743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6pPr>
            <a:lvl7pPr marL="3200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7pPr>
            <a:lvl8pPr marL="3657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8pPr>
            <a:lvl9pPr marL="4114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9pPr>
          </a:lstStyle>
          <a:p>
            <a:endParaRPr/>
          </a:p>
        </p:txBody>
      </p:sp>
      <p:sp>
        <p:nvSpPr>
          <p:cNvPr id="28" name="Google Shape;28;p4">
            <a:extLst>
              <a:ext uri="{FF2B5EF4-FFF2-40B4-BE49-F238E27FC236}">
                <a16:creationId xmlns:a16="http://schemas.microsoft.com/office/drawing/2014/main" id="{00E9EB14-CA13-47DC-8C7F-ECD134170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4288100" cy="14832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000000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1">
    <p:bg>
      <p:bgPr>
        <a:solidFill>
          <a:srgbClr val="4BD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2">
            <a:extLst>
              <a:ext uri="{FF2B5EF4-FFF2-40B4-BE49-F238E27FC236}">
                <a16:creationId xmlns:a16="http://schemas.microsoft.com/office/drawing/2014/main" id="{029EA94E-25B9-4A5D-A438-C186861AD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0004400" cy="47016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78" name="Google Shape;378;p22">
            <a:extLst>
              <a:ext uri="{FF2B5EF4-FFF2-40B4-BE49-F238E27FC236}">
                <a16:creationId xmlns:a16="http://schemas.microsoft.com/office/drawing/2014/main" id="{016F050E-80A7-4E43-A143-11D8D78C60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8157600"/>
            <a:ext cx="5728500" cy="14832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">
            <a:extLst>
              <a:ext uri="{FF2B5EF4-FFF2-40B4-BE49-F238E27FC236}">
                <a16:creationId xmlns:a16="http://schemas.microsoft.com/office/drawing/2014/main" id="{420C7FAD-1722-423A-B89F-0A6B4DFA7A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97850" y="3691325"/>
            <a:ext cx="8575200" cy="10104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8">
            <a:extLst>
              <a:ext uri="{FF2B5EF4-FFF2-40B4-BE49-F238E27FC236}">
                <a16:creationId xmlns:a16="http://schemas.microsoft.com/office/drawing/2014/main" id="{791B311F-8753-4B3C-A69D-2AFAAB59D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2550" y="2210675"/>
            <a:ext cx="8570400" cy="1486500"/>
          </a:xfrm>
          <a:prstGeom prst="rect">
            <a:avLst/>
          </a:prstGeom>
        </p:spPr>
        <p:txBody>
          <a:bodyPr spcFirstLastPara="1" wrap="square" lIns="0" tIns="0" rIns="91425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>
            <a:endParaRPr/>
          </a:p>
        </p:txBody>
      </p:sp>
      <p:sp>
        <p:nvSpPr>
          <p:cNvPr id="115" name="Google Shape;115;p8">
            <a:extLst>
              <a:ext uri="{FF2B5EF4-FFF2-40B4-BE49-F238E27FC236}">
                <a16:creationId xmlns:a16="http://schemas.microsoft.com/office/drawing/2014/main" id="{D2B7879B-B120-4959-8852-9E257CED7BEF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8393025" y="6666034"/>
            <a:ext cx="5021700" cy="504900"/>
          </a:xfrm>
          <a:prstGeom prst="rect">
            <a:avLst/>
          </a:prstGeom>
        </p:spPr>
        <p:txBody>
          <a:bodyPr spcFirstLastPara="1" wrap="square" lIns="0" tIns="126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8">
            <a:extLst>
              <a:ext uri="{FF2B5EF4-FFF2-40B4-BE49-F238E27FC236}">
                <a16:creationId xmlns:a16="http://schemas.microsoft.com/office/drawing/2014/main" id="{F1785575-7C29-4081-BD84-9A3013C42752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8393025" y="5932609"/>
            <a:ext cx="5021700" cy="490500"/>
          </a:xfrm>
          <a:prstGeom prst="rect">
            <a:avLst/>
          </a:prstGeom>
        </p:spPr>
        <p:txBody>
          <a:bodyPr spcFirstLastPara="1" wrap="square" lIns="0" tIns="126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8">
            <a:extLst>
              <a:ext uri="{FF2B5EF4-FFF2-40B4-BE49-F238E27FC236}">
                <a16:creationId xmlns:a16="http://schemas.microsoft.com/office/drawing/2014/main" id="{CB8ACDC2-0B98-40DE-BFBA-9842E9F72355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8393025" y="7408997"/>
            <a:ext cx="5021700" cy="504900"/>
          </a:xfrm>
          <a:prstGeom prst="rect">
            <a:avLst/>
          </a:prstGeom>
        </p:spPr>
        <p:txBody>
          <a:bodyPr spcFirstLastPara="1" wrap="square" lIns="0" tIns="126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8">
            <a:extLst>
              <a:ext uri="{FF2B5EF4-FFF2-40B4-BE49-F238E27FC236}">
                <a16:creationId xmlns:a16="http://schemas.microsoft.com/office/drawing/2014/main" id="{EDA36EFA-4BE0-4D0D-81FB-3D53460E9B2B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8393025" y="8156697"/>
            <a:ext cx="5021700" cy="504900"/>
          </a:xfrm>
          <a:prstGeom prst="rect">
            <a:avLst/>
          </a:prstGeom>
        </p:spPr>
        <p:txBody>
          <a:bodyPr spcFirstLastPara="1" wrap="square" lIns="0" tIns="126000" rIns="0" bIns="0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">
    <p:bg>
      <p:bgPr>
        <a:solidFill>
          <a:srgbClr val="4BD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">
            <a:extLst>
              <a:ext uri="{FF2B5EF4-FFF2-40B4-BE49-F238E27FC236}">
                <a16:creationId xmlns:a16="http://schemas.microsoft.com/office/drawing/2014/main" id="{869635A8-A6A8-4588-A68F-77516D638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4292000" cy="47016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51" name="Google Shape;251;p13">
            <a:extLst>
              <a:ext uri="{FF2B5EF4-FFF2-40B4-BE49-F238E27FC236}">
                <a16:creationId xmlns:a16="http://schemas.microsoft.com/office/drawing/2014/main" id="{E90C2EC0-6C3C-44D0-BAEE-90B89D4FBA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8157600"/>
            <a:ext cx="5728500" cy="14832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2_1_1">
    <p:bg>
      <p:bgPr>
        <a:solidFill>
          <a:srgbClr val="4BD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8">
            <a:extLst>
              <a:ext uri="{FF2B5EF4-FFF2-40B4-BE49-F238E27FC236}">
                <a16:creationId xmlns:a16="http://schemas.microsoft.com/office/drawing/2014/main" id="{F8E7189F-7C02-481C-AC3D-EDED7D6D4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4292000" cy="42120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2_1">
    <p:bg>
      <p:bgPr>
        <a:solidFill>
          <a:srgbClr val="4BD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7">
            <a:extLst>
              <a:ext uri="{FF2B5EF4-FFF2-40B4-BE49-F238E27FC236}">
                <a16:creationId xmlns:a16="http://schemas.microsoft.com/office/drawing/2014/main" id="{F63C4F14-6DD9-4710-A0C5-622AC109DB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04075" y="5436000"/>
            <a:ext cx="5710500" cy="2721600"/>
          </a:xfrm>
          <a:prstGeom prst="rect">
            <a:avLst/>
          </a:prstGeom>
        </p:spPr>
        <p:txBody>
          <a:bodyPr spcFirstLastPara="1" wrap="square" lIns="0" tIns="576000" rIns="91425" bIns="0" anchor="t">
            <a:noAutofit/>
          </a:bodyPr>
          <a:lstStyle>
            <a:lvl1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latin typeface="Proxima Nova Semibold"/>
                <a:ea typeface="Proxima Nova Semibold"/>
                <a:cs typeface="Proxima Nova Semibold"/>
              </a:defRPr>
            </a:lvl1pPr>
            <a:lvl2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>
            <a:endParaRPr/>
          </a:p>
        </p:txBody>
      </p:sp>
      <p:sp>
        <p:nvSpPr>
          <p:cNvPr id="319" name="Google Shape;319;p17">
            <a:extLst>
              <a:ext uri="{FF2B5EF4-FFF2-40B4-BE49-F238E27FC236}">
                <a16:creationId xmlns:a16="http://schemas.microsoft.com/office/drawing/2014/main" id="{2664C964-D592-4DD3-B828-B99F4C334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4292000" cy="42120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2_1_1_1_1_1">
    <p:bg>
      <p:bgPr>
        <a:solidFill>
          <a:srgbClr val="4BD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21">
            <a:extLst>
              <a:ext uri="{FF2B5EF4-FFF2-40B4-BE49-F238E27FC236}">
                <a16:creationId xmlns:a16="http://schemas.microsoft.com/office/drawing/2014/main" id="{7FFE3C49-D4F7-429D-BC3B-1B84927E7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4292000" cy="42120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">
            <a:extLst>
              <a:ext uri="{FF2B5EF4-FFF2-40B4-BE49-F238E27FC236}">
                <a16:creationId xmlns:a16="http://schemas.microsoft.com/office/drawing/2014/main" id="{54AA8894-81D5-4C12-9ADD-EFE92A6DC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4456800"/>
          </a:xfrm>
          <a:prstGeom prst="rect">
            <a:avLst/>
          </a:prstGeom>
        </p:spPr>
        <p:txBody>
          <a:bodyPr spcFirstLastPara="1" wrap="square" lIns="0" tIns="36000" rIns="91425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>
                <a:solidFill>
                  <a:srgbClr val="4BD0A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>
            <a:endParaRPr/>
          </a:p>
        </p:txBody>
      </p:sp>
      <p:sp>
        <p:nvSpPr>
          <p:cNvPr id="91" name="Google Shape;91;p7">
            <a:extLst>
              <a:ext uri="{FF2B5EF4-FFF2-40B4-BE49-F238E27FC236}">
                <a16:creationId xmlns:a16="http://schemas.microsoft.com/office/drawing/2014/main" id="{23540CBB-EDCF-44B2-924B-B80BC77D8F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8157600"/>
            <a:ext cx="5728500" cy="14832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_1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2">
            <a:extLst>
              <a:ext uri="{FF2B5EF4-FFF2-40B4-BE49-F238E27FC236}">
                <a16:creationId xmlns:a16="http://schemas.microsoft.com/office/drawing/2014/main" id="{26D13F3A-9C70-4D48-B719-EBAB74BC23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56925" y="2217600"/>
            <a:ext cx="8574000" cy="29736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>
            <a:lvl1pPr algn="ctr">
              <a:lnSpc>
                <a:spcPct val="400000"/>
              </a:lnSpc>
              <a:spcBef>
                <a:spcPts val="0"/>
              </a:spcBef>
              <a:spcAft>
                <a:spcPts val="0"/>
              </a:spcAft>
              <a:buNone/>
              <a:defRPr sz="23000" b="1">
                <a:solidFill>
                  <a:srgbClr val="4BD0A0"/>
                </a:solidFill>
              </a:defRPr>
            </a:lvl1pPr>
            <a:lvl2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>
            <a:endParaRPr/>
          </a:p>
        </p:txBody>
      </p:sp>
      <p:sp>
        <p:nvSpPr>
          <p:cNvPr id="230" name="Google Shape;230;p12">
            <a:extLst>
              <a:ext uri="{FF2B5EF4-FFF2-40B4-BE49-F238E27FC236}">
                <a16:creationId xmlns:a16="http://schemas.microsoft.com/office/drawing/2014/main" id="{ABD0E8EE-F428-4CDA-9014-C11B27206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6925" y="5435575"/>
            <a:ext cx="8574000" cy="2469900"/>
          </a:xfrm>
          <a:prstGeom prst="rect">
            <a:avLst/>
          </a:prstGeom>
        </p:spPr>
        <p:txBody>
          <a:bodyPr spcFirstLastPara="1" wrap="square" lIns="0" tIns="126000" rIns="91425" bIns="91425" anchor="t">
            <a:no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12">
            <a:extLst>
              <a:ext uri="{FF2B5EF4-FFF2-40B4-BE49-F238E27FC236}">
                <a16:creationId xmlns:a16="http://schemas.microsoft.com/office/drawing/2014/main" id="{12F64847-932B-4261-B90A-C8A82704AB1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51850" y="9396000"/>
            <a:ext cx="7146000" cy="244800"/>
          </a:xfrm>
          <a:prstGeom prst="rect">
            <a:avLst/>
          </a:prstGeom>
          <a:noFill/>
        </p:spPr>
        <p:txBody>
          <a:bodyPr spcFirstLastPara="1" wrap="square" lIns="0" tIns="0" rIns="0" bIns="0" anchor="t">
            <a:noAutofit/>
          </a:bodyPr>
          <a:lstStyle>
            <a:lvl1pPr marL="4572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1pPr>
            <a:lvl2pPr marL="9144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2pPr>
            <a:lvl3pPr marL="13716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3pPr>
            <a:lvl4pPr marL="18288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4pPr>
            <a:lvl5pPr marL="22860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5pPr>
            <a:lvl6pPr marL="27432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6pPr>
            <a:lvl7pPr marL="32004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7pPr>
            <a:lvl8pPr marL="36576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8pPr>
            <a:lvl9pPr marL="41148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6">
            <a:extLst>
              <a:ext uri="{FF2B5EF4-FFF2-40B4-BE49-F238E27FC236}">
                <a16:creationId xmlns:a16="http://schemas.microsoft.com/office/drawing/2014/main" id="{ED6EDD2A-DF7D-4098-AD5F-068587EA99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06725" y="6667200"/>
            <a:ext cx="7137000" cy="2232000"/>
          </a:xfrm>
          <a:prstGeom prst="rect">
            <a:avLst/>
          </a:prstGeom>
        </p:spPr>
        <p:txBody>
          <a:bodyPr spcFirstLastPara="1" wrap="square" lIns="0" tIns="19800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6">
            <a:extLst>
              <a:ext uri="{FF2B5EF4-FFF2-40B4-BE49-F238E27FC236}">
                <a16:creationId xmlns:a16="http://schemas.microsoft.com/office/drawing/2014/main" id="{C015963F-01BF-42DC-82D9-CFDBDFEE8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6725" y="3452400"/>
            <a:ext cx="8574900" cy="2970000"/>
          </a:xfrm>
          <a:prstGeom prst="rect">
            <a:avLst/>
          </a:prstGeom>
        </p:spPr>
        <p:txBody>
          <a:bodyPr spcFirstLastPara="1" wrap="square" lIns="0" tIns="126000" rIns="91425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 b="1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2">
    <p:bg>
      <p:bgPr>
        <a:solidFill>
          <a:srgbClr val="4BD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6">
            <a:extLst>
              <a:ext uri="{FF2B5EF4-FFF2-40B4-BE49-F238E27FC236}">
                <a16:creationId xmlns:a16="http://schemas.microsoft.com/office/drawing/2014/main" id="{961562C0-BBF0-4219-85F2-78316CCB52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0" y="7644600"/>
            <a:ext cx="2841600" cy="1499400"/>
          </a:xfrm>
          <a:prstGeom prst="rect">
            <a:avLst/>
          </a:prstGeom>
        </p:spPr>
        <p:txBody>
          <a:bodyPr spcFirstLastPara="1" wrap="square" lIns="0" tIns="0" rIns="91425" bIns="0" anchor="t">
            <a:noAutofit/>
          </a:bodyPr>
          <a:lstStyle>
            <a:lvl1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>
            <a:endParaRPr/>
          </a:p>
        </p:txBody>
      </p:sp>
      <p:sp>
        <p:nvSpPr>
          <p:cNvPr id="309" name="Google Shape;309;p16">
            <a:extLst>
              <a:ext uri="{FF2B5EF4-FFF2-40B4-BE49-F238E27FC236}">
                <a16:creationId xmlns:a16="http://schemas.microsoft.com/office/drawing/2014/main" id="{75B5B1CB-C21D-48D7-AF19-1E20DCF93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47016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_1_1_1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1">
            <a:extLst>
              <a:ext uri="{FF2B5EF4-FFF2-40B4-BE49-F238E27FC236}">
                <a16:creationId xmlns:a16="http://schemas.microsoft.com/office/drawing/2014/main" id="{0042FC6B-527A-4F0D-8328-900D84A0BF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850" y="5921400"/>
            <a:ext cx="5716800" cy="2977800"/>
          </a:xfrm>
          <a:prstGeom prst="rect">
            <a:avLst/>
          </a:prstGeom>
          <a:noFill/>
        </p:spPr>
        <p:txBody>
          <a:bodyPr spcFirstLastPara="1" wrap="square" lIns="0" tIns="144000" rIns="180000" bIns="0" anchor="t">
            <a:noAutofit/>
          </a:bodyPr>
          <a:lstStyle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1pPr>
            <a:lvl2pPr marL="914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2pPr>
            <a:lvl3pPr marL="1371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3pPr>
            <a:lvl4pPr marL="1828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4pPr>
            <a:lvl5pPr marL="22860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5pPr>
            <a:lvl6pPr marL="2743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6pPr>
            <a:lvl7pPr marL="3200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7pPr>
            <a:lvl8pPr marL="3657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8pPr>
            <a:lvl9pPr marL="4114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9pPr>
          </a:lstStyle>
          <a:p>
            <a:endParaRPr/>
          </a:p>
        </p:txBody>
      </p:sp>
      <p:sp>
        <p:nvSpPr>
          <p:cNvPr id="216" name="Google Shape;216;p11">
            <a:extLst>
              <a:ext uri="{FF2B5EF4-FFF2-40B4-BE49-F238E27FC236}">
                <a16:creationId xmlns:a16="http://schemas.microsoft.com/office/drawing/2014/main" id="{F734F44F-6BD2-45FA-BD0B-1D5B6EE3C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4292000" cy="1483200"/>
          </a:xfrm>
          <a:prstGeom prst="rect">
            <a:avLst/>
          </a:prstGeom>
        </p:spPr>
        <p:txBody>
          <a:bodyPr spcFirstLastPara="1" wrap="square" lIns="0" tIns="0" rIns="91425" bIns="91425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000000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68FFA5E7-020D-4B35-8C61-960FFD4A9DB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68650" y="5921400"/>
            <a:ext cx="5716800" cy="2977800"/>
          </a:xfrm>
          <a:prstGeom prst="rect">
            <a:avLst/>
          </a:prstGeom>
          <a:noFill/>
        </p:spPr>
        <p:txBody>
          <a:bodyPr spcFirstLastPara="1" wrap="square" lIns="0" tIns="144000" rIns="180000" bIns="0" anchor="t">
            <a:noAutofit/>
          </a:bodyPr>
          <a:lstStyle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1pPr>
            <a:lvl2pPr marL="914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2pPr>
            <a:lvl3pPr marL="1371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3pPr>
            <a:lvl4pPr marL="1828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4pPr>
            <a:lvl5pPr marL="22860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5pPr>
            <a:lvl6pPr marL="2743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6pPr>
            <a:lvl7pPr marL="3200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7pPr>
            <a:lvl8pPr marL="3657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8pPr>
            <a:lvl9pPr marL="4114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9pPr>
          </a:lstStyle>
          <a:p>
            <a:endParaRPr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BEAB1D41-091F-4EE4-8D56-6636E84D0B22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1985450" y="5921400"/>
            <a:ext cx="5750700" cy="2977800"/>
          </a:xfrm>
          <a:prstGeom prst="rect">
            <a:avLst/>
          </a:prstGeom>
          <a:noFill/>
        </p:spPr>
        <p:txBody>
          <a:bodyPr spcFirstLastPara="1" wrap="square" lIns="0" tIns="144000" rIns="180000" bIns="0" anchor="t">
            <a:noAutofit/>
          </a:bodyPr>
          <a:lstStyle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1pPr>
            <a:lvl2pPr marL="914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2pPr>
            <a:lvl3pPr marL="1371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3pPr>
            <a:lvl4pPr marL="1828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4pPr>
            <a:lvl5pPr marL="22860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5pPr>
            <a:lvl6pPr marL="2743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6pPr>
            <a:lvl7pPr marL="3200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7pPr>
            <a:lvl8pPr marL="3657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8pPr>
            <a:lvl9pPr marL="4114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2_1_1_1_1">
    <p:bg>
      <p:bgPr>
        <a:solidFill>
          <a:srgbClr val="4BD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0">
            <a:extLst>
              <a:ext uri="{FF2B5EF4-FFF2-40B4-BE49-F238E27FC236}">
                <a16:creationId xmlns:a16="http://schemas.microsoft.com/office/drawing/2014/main" id="{EC61027D-4468-460E-916D-052CC6BA4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4292000" cy="42120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>
            <a:extLst>
              <a:ext uri="{FF2B5EF4-FFF2-40B4-BE49-F238E27FC236}">
                <a16:creationId xmlns:a16="http://schemas.microsoft.com/office/drawing/2014/main" id="{3A2F33D3-308E-4C39-8187-116542E4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4288100" cy="14727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000000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9pPr>
          </a:lstStyle>
          <a:p>
            <a:endParaRPr/>
          </a:p>
        </p:txBody>
      </p:sp>
      <p:sp>
        <p:nvSpPr>
          <p:cNvPr id="48" name="Google Shape;48;p5">
            <a:extLst>
              <a:ext uri="{FF2B5EF4-FFF2-40B4-BE49-F238E27FC236}">
                <a16:creationId xmlns:a16="http://schemas.microsoft.com/office/drawing/2014/main" id="{6C6FC407-1CF2-4FF0-BF93-FB21431144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850" y="9396000"/>
            <a:ext cx="7146000" cy="244800"/>
          </a:xfrm>
          <a:prstGeom prst="rect">
            <a:avLst/>
          </a:prstGeom>
          <a:noFill/>
        </p:spPr>
        <p:txBody>
          <a:bodyPr spcFirstLastPara="1" wrap="square" lIns="0" tIns="0" rIns="0" bIns="0" anchor="t">
            <a:noAutofit/>
          </a:bodyPr>
          <a:lstStyle>
            <a:lvl1pPr marL="4572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1pPr>
            <a:lvl2pPr marL="9144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2pPr>
            <a:lvl3pPr marL="13716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3pPr>
            <a:lvl4pPr marL="18288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4pPr>
            <a:lvl5pPr marL="22860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5pPr>
            <a:lvl6pPr marL="27432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6pPr>
            <a:lvl7pPr marL="32004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7pPr>
            <a:lvl8pPr marL="36576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8pPr>
            <a:lvl9pPr marL="41148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">
            <a:extLst>
              <a:ext uri="{FF2B5EF4-FFF2-40B4-BE49-F238E27FC236}">
                <a16:creationId xmlns:a16="http://schemas.microsoft.com/office/drawing/2014/main" id="{8EFE23B1-3B51-4289-99B4-AA91994EA87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51850" y="2217600"/>
            <a:ext cx="7146000" cy="7178400"/>
          </a:xfrm>
          <a:prstGeom prst="rect">
            <a:avLst/>
          </a:prstGeom>
          <a:noFill/>
        </p:spPr>
        <p:txBody>
          <a:bodyPr spcFirstLastPara="1" wrap="square" lIns="0" tIns="108000" rIns="0" bIns="0" anchor="t">
            <a:noAutofit/>
          </a:bodyPr>
          <a:lstStyle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1pPr>
            <a:lvl2pPr marL="914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2pPr>
            <a:lvl3pPr marL="1371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3pPr>
            <a:lvl4pPr marL="1828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4pPr>
            <a:lvl5pPr marL="22860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5pPr>
            <a:lvl6pPr marL="2743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6pPr>
            <a:lvl7pPr marL="3200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7pPr>
            <a:lvl8pPr marL="3657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8pPr>
            <a:lvl9pPr marL="4114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2_1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">
            <a:extLst>
              <a:ext uri="{FF2B5EF4-FFF2-40B4-BE49-F238E27FC236}">
                <a16:creationId xmlns:a16="http://schemas.microsoft.com/office/drawing/2014/main" id="{25111AE1-0448-4510-B7AB-C53EB64DB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1200" y="3452400"/>
            <a:ext cx="4315800" cy="2228400"/>
          </a:xfrm>
          <a:prstGeom prst="rect">
            <a:avLst/>
          </a:prstGeom>
          <a:noFill/>
        </p:spPr>
        <p:txBody>
          <a:bodyPr spcFirstLastPara="1" wrap="square" lIns="0" tIns="180000" rIns="0" bIns="0" anchor="t">
            <a:noAutofit/>
          </a:bodyPr>
          <a:lstStyle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1pPr>
            <a:lvl2pPr marL="914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2pPr>
            <a:lvl3pPr marL="1371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3pPr>
            <a:lvl4pPr marL="1828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4pPr>
            <a:lvl5pPr marL="22860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5pPr>
            <a:lvl6pPr marL="2743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6pPr>
            <a:lvl7pPr marL="3200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7pPr>
            <a:lvl8pPr marL="3657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8pPr>
            <a:lvl9pPr marL="4114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9pPr>
          </a:lstStyle>
          <a:p>
            <a:endParaRPr/>
          </a:p>
        </p:txBody>
      </p:sp>
      <p:sp>
        <p:nvSpPr>
          <p:cNvPr id="180" name="Google Shape;180;p10">
            <a:extLst>
              <a:ext uri="{FF2B5EF4-FFF2-40B4-BE49-F238E27FC236}">
                <a16:creationId xmlns:a16="http://schemas.microsoft.com/office/drawing/2014/main" id="{6C37F2DD-E619-46E7-B3C7-03739C5BE8D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51850" y="6912000"/>
            <a:ext cx="4315800" cy="2728800"/>
          </a:xfrm>
          <a:prstGeom prst="rect">
            <a:avLst/>
          </a:prstGeom>
          <a:noFill/>
        </p:spPr>
        <p:txBody>
          <a:bodyPr spcFirstLastPara="1" wrap="square" lIns="0" tIns="180000" rIns="0" bIns="0" anchor="t">
            <a:noAutofit/>
          </a:bodyPr>
          <a:lstStyle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1pPr>
            <a:lvl2pPr marL="914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2pPr>
            <a:lvl3pPr marL="1371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3pPr>
            <a:lvl4pPr marL="1828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4pPr>
            <a:lvl5pPr marL="22860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5pPr>
            <a:lvl6pPr marL="2743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6pPr>
            <a:lvl7pPr marL="3200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7pPr>
            <a:lvl8pPr marL="3657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8pPr>
            <a:lvl9pPr marL="4114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9pPr>
          </a:lstStyle>
          <a:p>
            <a:endParaRPr/>
          </a:p>
        </p:txBody>
      </p:sp>
      <p:sp>
        <p:nvSpPr>
          <p:cNvPr id="181" name="Google Shape;181;p10">
            <a:extLst>
              <a:ext uri="{FF2B5EF4-FFF2-40B4-BE49-F238E27FC236}">
                <a16:creationId xmlns:a16="http://schemas.microsoft.com/office/drawing/2014/main" id="{424A8737-BC89-468A-9B9D-36F869763A1F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268650" y="3452400"/>
            <a:ext cx="4545600" cy="2228400"/>
          </a:xfrm>
          <a:prstGeom prst="rect">
            <a:avLst/>
          </a:prstGeom>
          <a:noFill/>
        </p:spPr>
        <p:txBody>
          <a:bodyPr spcFirstLastPara="1" wrap="square" lIns="0" tIns="180000" rIns="0" bIns="0" anchor="t">
            <a:noAutofit/>
          </a:bodyPr>
          <a:lstStyle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1pPr>
            <a:lvl2pPr marL="914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2pPr>
            <a:lvl3pPr marL="1371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3pPr>
            <a:lvl4pPr marL="1828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4pPr>
            <a:lvl5pPr marL="22860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5pPr>
            <a:lvl6pPr marL="2743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6pPr>
            <a:lvl7pPr marL="3200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7pPr>
            <a:lvl8pPr marL="3657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8pPr>
            <a:lvl9pPr marL="4114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9pPr>
          </a:lstStyle>
          <a:p>
            <a:endParaRPr/>
          </a:p>
        </p:txBody>
      </p:sp>
      <p:sp>
        <p:nvSpPr>
          <p:cNvPr id="182" name="Google Shape;182;p10">
            <a:extLst>
              <a:ext uri="{FF2B5EF4-FFF2-40B4-BE49-F238E27FC236}">
                <a16:creationId xmlns:a16="http://schemas.microsoft.com/office/drawing/2014/main" id="{9EB90F5D-CD91-4290-A637-9C0E994F78C1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268625" y="6912000"/>
            <a:ext cx="4287600" cy="2728800"/>
          </a:xfrm>
          <a:prstGeom prst="rect">
            <a:avLst/>
          </a:prstGeom>
          <a:noFill/>
        </p:spPr>
        <p:txBody>
          <a:bodyPr spcFirstLastPara="1" wrap="square" lIns="0" tIns="180000" rIns="0" bIns="0" anchor="t">
            <a:noAutofit/>
          </a:bodyPr>
          <a:lstStyle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1pPr>
            <a:lvl2pPr marL="914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2pPr>
            <a:lvl3pPr marL="1371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3pPr>
            <a:lvl4pPr marL="1828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4pPr>
            <a:lvl5pPr marL="22860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5pPr>
            <a:lvl6pPr marL="2743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6pPr>
            <a:lvl7pPr marL="3200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7pPr>
            <a:lvl8pPr marL="3657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8pPr>
            <a:lvl9pPr marL="4114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9pPr>
          </a:lstStyle>
          <a:p>
            <a:endParaRPr/>
          </a:p>
        </p:txBody>
      </p:sp>
      <p:sp>
        <p:nvSpPr>
          <p:cNvPr id="183" name="Google Shape;183;p10">
            <a:extLst>
              <a:ext uri="{FF2B5EF4-FFF2-40B4-BE49-F238E27FC236}">
                <a16:creationId xmlns:a16="http://schemas.microsoft.com/office/drawing/2014/main" id="{3ECC886F-7C81-4AE3-9119-61B54C480C7E}"/>
              </a:ext>
            </a:extLst>
          </p:cNvPr>
          <p:cNvSpPr>
            <a:spLocks noGrp="1"/>
          </p:cNvSpPr>
          <p:nvPr>
            <p:ph type="body" idx="5"/>
          </p:nvPr>
        </p:nvSpPr>
        <p:spPr>
          <a:xfrm>
            <a:off x="11978000" y="3440550"/>
            <a:ext cx="4315800" cy="2228400"/>
          </a:xfrm>
          <a:prstGeom prst="rect">
            <a:avLst/>
          </a:prstGeom>
          <a:noFill/>
        </p:spPr>
        <p:txBody>
          <a:bodyPr spcFirstLastPara="1" wrap="square" lIns="0" tIns="180000" rIns="0" bIns="0" anchor="t">
            <a:noAutofit/>
          </a:bodyPr>
          <a:lstStyle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1pPr>
            <a:lvl2pPr marL="914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2pPr>
            <a:lvl3pPr marL="1371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3pPr>
            <a:lvl4pPr marL="1828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4pPr>
            <a:lvl5pPr marL="22860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5pPr>
            <a:lvl6pPr marL="2743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6pPr>
            <a:lvl7pPr marL="3200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7pPr>
            <a:lvl8pPr marL="3657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8pPr>
            <a:lvl9pPr marL="4114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9pPr>
          </a:lstStyle>
          <a:p>
            <a:endParaRPr/>
          </a:p>
        </p:txBody>
      </p:sp>
      <p:sp>
        <p:nvSpPr>
          <p:cNvPr id="184" name="Google Shape;184;p10">
            <a:extLst>
              <a:ext uri="{FF2B5EF4-FFF2-40B4-BE49-F238E27FC236}">
                <a16:creationId xmlns:a16="http://schemas.microsoft.com/office/drawing/2014/main" id="{5A507D95-2CB6-4F79-AA16-90155ECC0C39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11978000" y="6912000"/>
            <a:ext cx="4315800" cy="2728800"/>
          </a:xfrm>
          <a:prstGeom prst="rect">
            <a:avLst/>
          </a:prstGeom>
          <a:noFill/>
        </p:spPr>
        <p:txBody>
          <a:bodyPr spcFirstLastPara="1" wrap="square" lIns="0" tIns="180000" rIns="0" bIns="0" anchor="t">
            <a:noAutofit/>
          </a:bodyPr>
          <a:lstStyle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1pPr>
            <a:lvl2pPr marL="914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2pPr>
            <a:lvl3pPr marL="1371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3pPr>
            <a:lvl4pPr marL="1828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4pPr>
            <a:lvl5pPr marL="22860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5pPr>
            <a:lvl6pPr marL="2743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6pPr>
            <a:lvl7pPr marL="3200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7pPr>
            <a:lvl8pPr marL="3657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8pPr>
            <a:lvl9pPr marL="4114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9pPr>
          </a:lstStyle>
          <a:p>
            <a:endParaRPr/>
          </a:p>
        </p:txBody>
      </p:sp>
      <p:sp>
        <p:nvSpPr>
          <p:cNvPr id="190" name="Google Shape;190;p10">
            <a:extLst>
              <a:ext uri="{FF2B5EF4-FFF2-40B4-BE49-F238E27FC236}">
                <a16:creationId xmlns:a16="http://schemas.microsoft.com/office/drawing/2014/main" id="{26CB02B2-8580-460E-AD3F-695CEAAD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4292000" cy="1483200"/>
          </a:xfrm>
          <a:prstGeom prst="rect">
            <a:avLst/>
          </a:prstGeom>
        </p:spPr>
        <p:txBody>
          <a:bodyPr spcFirstLastPara="1" wrap="square" lIns="0" tIns="0" rIns="91425" bIns="91425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000000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3_1">
    <p:bg>
      <p:bgPr>
        <a:solidFill>
          <a:srgbClr val="4BD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5">
            <a:extLst>
              <a:ext uri="{FF2B5EF4-FFF2-40B4-BE49-F238E27FC236}">
                <a16:creationId xmlns:a16="http://schemas.microsoft.com/office/drawing/2014/main" id="{67FC94B4-35CA-47E1-B3E7-D675087D4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9900" y="5928725"/>
            <a:ext cx="3557100" cy="732000"/>
          </a:xfrm>
          <a:prstGeom prst="rect">
            <a:avLst/>
          </a:prstGeom>
        </p:spPr>
        <p:txBody>
          <a:bodyPr spcFirstLastPara="1" wrap="square" lIns="180000" tIns="216000" rIns="0" bIns="0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5">
            <a:extLst>
              <a:ext uri="{FF2B5EF4-FFF2-40B4-BE49-F238E27FC236}">
                <a16:creationId xmlns:a16="http://schemas.microsoft.com/office/drawing/2014/main" id="{32B8EE3B-5273-4071-BEDE-0D0670FD5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0" y="489600"/>
            <a:ext cx="12862800" cy="4946400"/>
          </a:xfrm>
          <a:prstGeom prst="rect">
            <a:avLst/>
          </a:prstGeom>
        </p:spPr>
        <p:txBody>
          <a:bodyPr spcFirstLastPara="1" wrap="square" lIns="0" tIns="36000" rIns="0" bIns="0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8" name="Google Shape;298;p15">
            <a:extLst>
              <a:ext uri="{FF2B5EF4-FFF2-40B4-BE49-F238E27FC236}">
                <a16:creationId xmlns:a16="http://schemas.microsoft.com/office/drawing/2014/main" id="{F960B9E2-44BE-4379-8921-76AB3D85D5B8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299750" y="6919200"/>
            <a:ext cx="3557100" cy="732000"/>
          </a:xfrm>
          <a:prstGeom prst="rect">
            <a:avLst/>
          </a:prstGeom>
        </p:spPr>
        <p:txBody>
          <a:bodyPr spcFirstLastPara="1" wrap="square" lIns="180000" tIns="216000" rIns="0" bIns="0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p15">
            <a:extLst>
              <a:ext uri="{FF2B5EF4-FFF2-40B4-BE49-F238E27FC236}">
                <a16:creationId xmlns:a16="http://schemas.microsoft.com/office/drawing/2014/main" id="{0D03404B-B503-431D-920F-92118EFAA73C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540000" y="8157600"/>
            <a:ext cx="5728500" cy="1483200"/>
          </a:xfrm>
          <a:prstGeom prst="rect">
            <a:avLst/>
          </a:prstGeom>
        </p:spPr>
        <p:txBody>
          <a:bodyPr spcFirstLastPara="1" wrap="square" lIns="0" tIns="0" rIns="0" bIns="0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3_1_1_2_1_1_1">
    <p:bg>
      <p:bgPr>
        <a:solidFill>
          <a:srgbClr val="4BD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4">
            <a:extLst>
              <a:ext uri="{FF2B5EF4-FFF2-40B4-BE49-F238E27FC236}">
                <a16:creationId xmlns:a16="http://schemas.microsoft.com/office/drawing/2014/main" id="{07FDCDF8-FE92-43DC-A5AE-77E37F87E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9pPr>
          </a:lstStyle>
          <a:p>
            <a:endParaRPr/>
          </a:p>
        </p:txBody>
      </p:sp>
      <p:sp>
        <p:nvSpPr>
          <p:cNvPr id="387" name="Google Shape;387;p24">
            <a:extLst>
              <a:ext uri="{FF2B5EF4-FFF2-40B4-BE49-F238E27FC236}">
                <a16:creationId xmlns:a16="http://schemas.microsoft.com/office/drawing/2014/main" id="{41CD6965-6641-4A26-B03E-2BBF2D8BD8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t">
            <a:noAutofit/>
          </a:bodyPr>
          <a:lstStyle>
            <a:lvl1pPr marL="457200" indent="-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3600">
                <a:latin typeface="Proxima Nova"/>
                <a:ea typeface="Proxima Nova"/>
                <a:cs typeface="Proxima Nova"/>
              </a:defRPr>
            </a:lvl1pPr>
            <a:lvl2pPr marL="9144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○"/>
              <a:defRPr sz="2800">
                <a:latin typeface="Proxima Nova"/>
                <a:ea typeface="Proxima Nova"/>
                <a:cs typeface="Proxima Nova"/>
              </a:defRPr>
            </a:lvl2pPr>
            <a:lvl3pPr marL="13716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■"/>
              <a:defRPr sz="2800">
                <a:latin typeface="Proxima Nova"/>
                <a:ea typeface="Proxima Nova"/>
                <a:cs typeface="Proxima Nova"/>
              </a:defRPr>
            </a:lvl3pPr>
            <a:lvl4pPr marL="18288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●"/>
              <a:defRPr sz="2800">
                <a:latin typeface="Proxima Nova"/>
                <a:ea typeface="Proxima Nova"/>
                <a:cs typeface="Proxima Nova"/>
              </a:defRPr>
            </a:lvl4pPr>
            <a:lvl5pPr marL="22860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○"/>
              <a:defRPr sz="2800">
                <a:latin typeface="Proxima Nova"/>
                <a:ea typeface="Proxima Nova"/>
                <a:cs typeface="Proxima Nova"/>
              </a:defRPr>
            </a:lvl5pPr>
            <a:lvl6pPr marL="27432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■"/>
              <a:defRPr sz="2800">
                <a:latin typeface="Proxima Nova"/>
                <a:ea typeface="Proxima Nova"/>
                <a:cs typeface="Proxima Nova"/>
              </a:defRPr>
            </a:lvl6pPr>
            <a:lvl7pPr marL="32004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●"/>
              <a:defRPr sz="2800">
                <a:latin typeface="Proxima Nova"/>
                <a:ea typeface="Proxima Nova"/>
                <a:cs typeface="Proxima Nova"/>
              </a:defRPr>
            </a:lvl7pPr>
            <a:lvl8pPr marL="36576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○"/>
              <a:defRPr sz="2800">
                <a:latin typeface="Proxima Nova"/>
                <a:ea typeface="Proxima Nova"/>
                <a:cs typeface="Proxima Nova"/>
              </a:defRPr>
            </a:lvl8pPr>
            <a:lvl9pPr marL="4114800" indent="-406400">
              <a:lnSpc>
                <a:spcPct val="115000"/>
              </a:lnSpc>
              <a:spcBef>
                <a:spcPts val="3200"/>
              </a:spcBef>
              <a:spcAft>
                <a:spcPts val="3200"/>
              </a:spcAft>
              <a:buChar char="■"/>
              <a:defRPr sz="2800">
                <a:latin typeface="Proxima Nova"/>
                <a:ea typeface="Proxima Nova"/>
                <a:cs typeface="Proxima Nova"/>
              </a:defRPr>
            </a:lvl9pPr>
          </a:lstStyle>
          <a:p>
            <a:endParaRPr/>
          </a:p>
        </p:txBody>
      </p:sp>
      <p:sp>
        <p:nvSpPr>
          <p:cNvPr id="388" name="Google Shape;388;p24">
            <a:extLst>
              <a:ext uri="{FF2B5EF4-FFF2-40B4-BE49-F238E27FC236}">
                <a16:creationId xmlns:a16="http://schemas.microsoft.com/office/drawing/2014/main" id="{6A3418F2-1912-4DF6-9FF4-A1EAD551889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ctr">
            <a:noAutofit/>
          </a:bodyPr>
          <a:lstStyle>
            <a:lvl1pPr algn="r">
              <a:buNone/>
              <a:defRPr sz="2000">
                <a:solidFill>
                  <a:schemeClr val="dk2"/>
                </a:solidFill>
              </a:defRPr>
            </a:lvl1pPr>
            <a:lvl2pPr algn="r">
              <a:buNone/>
              <a:defRPr sz="2000">
                <a:solidFill>
                  <a:schemeClr val="dk2"/>
                </a:solidFill>
              </a:defRPr>
            </a:lvl2pPr>
            <a:lvl3pPr algn="r">
              <a:buNone/>
              <a:defRPr sz="2000">
                <a:solidFill>
                  <a:schemeClr val="dk2"/>
                </a:solidFill>
              </a:defRPr>
            </a:lvl3pPr>
            <a:lvl4pPr algn="r">
              <a:buNone/>
              <a:defRPr sz="2000">
                <a:solidFill>
                  <a:schemeClr val="dk2"/>
                </a:solidFill>
              </a:defRPr>
            </a:lvl4pPr>
            <a:lvl5pPr algn="r">
              <a:buNone/>
              <a:defRPr sz="2000">
                <a:solidFill>
                  <a:schemeClr val="dk2"/>
                </a:solidFill>
              </a:defRPr>
            </a:lvl5pPr>
            <a:lvl6pPr algn="r">
              <a:buNone/>
              <a:defRPr sz="2000">
                <a:solidFill>
                  <a:schemeClr val="dk2"/>
                </a:solidFill>
              </a:defRPr>
            </a:lvl6pPr>
            <a:lvl7pPr algn="r">
              <a:buNone/>
              <a:defRPr sz="2000">
                <a:solidFill>
                  <a:schemeClr val="dk2"/>
                </a:solidFill>
              </a:defRPr>
            </a:lvl7pPr>
            <a:lvl8pPr algn="r">
              <a:buNone/>
              <a:defRPr sz="2000">
                <a:solidFill>
                  <a:schemeClr val="dk2"/>
                </a:solidFill>
              </a:defRPr>
            </a:lvl8pPr>
            <a:lvl9pPr algn="r">
              <a:buNone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" name="Google Shape;6;p1">
            <a:extLst>
              <a:ext uri="{FF2B5EF4-FFF2-40B4-BE49-F238E27FC236}">
                <a16:creationId xmlns:a16="http://schemas.microsoft.com/office/drawing/2014/main" id="{E625A2D4-10D9-474B-B561-F191729EA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BF41855D-EA2F-40A7-81FD-44C669CA4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t">
            <a:noAutofit/>
          </a:bodyPr>
          <a:lstStyle>
            <a:lvl1pPr marL="457200" indent="-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3600">
                <a:latin typeface="Proxima Nova"/>
                <a:ea typeface="Proxima Nova"/>
                <a:cs typeface="Proxima Nova"/>
              </a:defRPr>
            </a:lvl1pPr>
            <a:lvl2pPr marL="9144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2800">
                <a:latin typeface="Proxima Nova"/>
                <a:ea typeface="Proxima Nova"/>
                <a:cs typeface="Proxima Nova"/>
              </a:defRPr>
            </a:lvl2pPr>
            <a:lvl3pPr marL="13716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2800">
                <a:latin typeface="Proxima Nova"/>
                <a:ea typeface="Proxima Nova"/>
                <a:cs typeface="Proxima Nova"/>
              </a:defRPr>
            </a:lvl3pPr>
            <a:lvl4pPr marL="18288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2800">
                <a:latin typeface="Proxima Nova"/>
                <a:ea typeface="Proxima Nova"/>
                <a:cs typeface="Proxima Nova"/>
              </a:defRPr>
            </a:lvl4pPr>
            <a:lvl5pPr marL="22860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2800">
                <a:latin typeface="Proxima Nova"/>
                <a:ea typeface="Proxima Nova"/>
                <a:cs typeface="Proxima Nova"/>
              </a:defRPr>
            </a:lvl5pPr>
            <a:lvl6pPr marL="27432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2800">
                <a:latin typeface="Proxima Nova"/>
                <a:ea typeface="Proxima Nova"/>
                <a:cs typeface="Proxima Nova"/>
              </a:defRPr>
            </a:lvl6pPr>
            <a:lvl7pPr marL="32004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2800">
                <a:latin typeface="Proxima Nova"/>
                <a:ea typeface="Proxima Nova"/>
                <a:cs typeface="Proxima Nova"/>
              </a:defRPr>
            </a:lvl7pPr>
            <a:lvl8pPr marL="36576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2800">
                <a:latin typeface="Proxima Nova"/>
                <a:ea typeface="Proxima Nova"/>
                <a:cs typeface="Proxima Nova"/>
              </a:defRPr>
            </a:lvl8pPr>
            <a:lvl9pPr marL="41148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2800">
                <a:latin typeface="Proxima Nova"/>
                <a:ea typeface="Proxima Nova"/>
                <a:cs typeface="Proxima Nova"/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090F223F-A54C-4560-B932-81DA0F8D58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ctr">
            <a:noAutofit/>
          </a:bodyPr>
          <a:lstStyle>
            <a:lvl1pPr algn="r">
              <a:buNone/>
              <a:defRPr sz="2000">
                <a:solidFill>
                  <a:schemeClr val="dk2"/>
                </a:solidFill>
              </a:defRPr>
            </a:lvl1pPr>
            <a:lvl2pPr algn="r">
              <a:buNone/>
              <a:defRPr sz="2000">
                <a:solidFill>
                  <a:schemeClr val="dk2"/>
                </a:solidFill>
              </a:defRPr>
            </a:lvl2pPr>
            <a:lvl3pPr algn="r">
              <a:buNone/>
              <a:defRPr sz="2000">
                <a:solidFill>
                  <a:schemeClr val="dk2"/>
                </a:solidFill>
              </a:defRPr>
            </a:lvl3pPr>
            <a:lvl4pPr algn="r">
              <a:buNone/>
              <a:defRPr sz="2000">
                <a:solidFill>
                  <a:schemeClr val="dk2"/>
                </a:solidFill>
              </a:defRPr>
            </a:lvl4pPr>
            <a:lvl5pPr algn="r">
              <a:buNone/>
              <a:defRPr sz="2000">
                <a:solidFill>
                  <a:schemeClr val="dk2"/>
                </a:solidFill>
              </a:defRPr>
            </a:lvl5pPr>
            <a:lvl6pPr algn="r">
              <a:buNone/>
              <a:defRPr sz="2000">
                <a:solidFill>
                  <a:schemeClr val="dk2"/>
                </a:solidFill>
              </a:defRPr>
            </a:lvl6pPr>
            <a:lvl7pPr algn="r">
              <a:buNone/>
              <a:defRPr sz="2000">
                <a:solidFill>
                  <a:schemeClr val="dk2"/>
                </a:solidFill>
              </a:defRPr>
            </a:lvl7pPr>
            <a:lvl8pPr algn="r">
              <a:buNone/>
              <a:defRPr sz="2000">
                <a:solidFill>
                  <a:schemeClr val="dk2"/>
                </a:solidFill>
              </a:defRPr>
            </a:lvl8pPr>
            <a:lvl9pPr algn="r">
              <a:buNone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</p:sldLayoutIdLst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18B71E5-D35C-4E2E-B8A3-24A914E8F0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5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" name="Овал 1">
            <a:extLst>
              <a:ext uri="{FF2B5EF4-FFF2-40B4-BE49-F238E27FC236}">
                <a16:creationId xmlns:a16="http://schemas.microsoft.com/office/drawing/2014/main" id="{A2480DC2-2075-47AE-954C-4A1E391673E3}"/>
              </a:ext>
            </a:extLst>
          </p:cNvPr>
          <p:cNvSpPr>
            <a:spLocks noGrp="1"/>
          </p:cNvSpPr>
          <p:nvPr/>
        </p:nvSpPr>
        <p:spPr>
          <a:xfrm>
            <a:off x="8048625" y="-857250"/>
            <a:ext cx="4953000" cy="4953000"/>
          </a:xfrm>
          <a:prstGeom prst="ellipse">
            <a:avLst/>
          </a:prstGeom>
          <a:solidFill>
            <a:srgbClr val="EAF7F1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DD8D07A4-3124-4187-95EB-FDCF57947C69}"/>
              </a:ext>
            </a:extLst>
          </p:cNvPr>
          <p:cNvSpPr>
            <a:spLocks noGrp="1"/>
          </p:cNvSpPr>
          <p:nvPr/>
        </p:nvSpPr>
        <p:spPr>
          <a:xfrm>
            <a:off x="8858250" y="666750"/>
            <a:ext cx="2476500" cy="2476500"/>
          </a:xfrm>
          <a:prstGeom prst="ellipse">
            <a:avLst/>
          </a:prstGeom>
          <a:solidFill>
            <a:srgbClr val="4BD0A0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82E1B398-CB23-4E4B-9E44-D3345B7F6B69}"/>
              </a:ext>
            </a:extLst>
          </p:cNvPr>
          <p:cNvSpPr>
            <a:spLocks noGrp="1"/>
          </p:cNvSpPr>
          <p:nvPr/>
        </p:nvSpPr>
        <p:spPr>
          <a:xfrm>
            <a:off x="9525000" y="1285875"/>
            <a:ext cx="1143000" cy="1143000"/>
          </a:xfrm>
          <a:prstGeom prst="ellipse">
            <a:avLst/>
          </a:prstGeom>
          <a:solidFill>
            <a:srgbClr val="FFFFFF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FFF7C39-7C1E-4630-AC39-BA4F442B7AD5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7239000" cy="1695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3750" b="1">
                <a:solidFill>
                  <a:srgbClr val="141414"/>
                </a:solidFill>
              </a:defRPr>
            </a:pPr>
            <a:r>
              <a:rPr sz="3750" b="1">
                <a:solidFill>
                  <a:srgbClr val="141414"/>
                </a:solidFill>
              </a:rPr>
              <a:t>Предиктивная модель вероятности исхода матчей РТТ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89FC85D-B6CB-42D0-B655-CB84A275C093}"/>
              </a:ext>
            </a:extLst>
          </p:cNvPr>
          <p:cNvSpPr>
            <a:spLocks noGrp="1"/>
          </p:cNvSpPr>
          <p:nvPr/>
        </p:nvSpPr>
        <p:spPr>
          <a:xfrm>
            <a:off x="723900" y="2952750"/>
            <a:ext cx="6191250" cy="609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636B64"/>
                </a:solidFill>
              </a:defRPr>
            </a:pPr>
            <a:r>
              <a:rPr sz="1650" b="0">
                <a:solidFill>
                  <a:srgbClr val="636B64"/>
                </a:solidFill>
              </a:rPr>
              <a:t>Дипломный проект по курсу «Машинное обучение: фундаментальные инструменты и практики»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1F76F195-1344-450F-959A-34F1221BDC39}"/>
              </a:ext>
            </a:extLst>
          </p:cNvPr>
          <p:cNvSpPr>
            <a:spLocks noGrp="1"/>
          </p:cNvSpPr>
          <p:nvPr/>
        </p:nvSpPr>
        <p:spPr>
          <a:xfrm>
            <a:off x="723900" y="4191000"/>
            <a:ext cx="1714500" cy="121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E4AFDED-5CCB-4378-977B-03DE3A5F7DC0}"/>
              </a:ext>
            </a:extLst>
          </p:cNvPr>
          <p:cNvSpPr>
            <a:spLocks noGrp="1"/>
          </p:cNvSpPr>
          <p:nvPr/>
        </p:nvSpPr>
        <p:spPr>
          <a:xfrm>
            <a:off x="895350" y="4362450"/>
            <a:ext cx="1371600" cy="4762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ctr">
              <a:defRPr sz="2550" b="1">
                <a:solidFill>
                  <a:srgbClr val="141414"/>
                </a:solidFill>
              </a:defRPr>
            </a:pPr>
            <a:r>
              <a:rPr sz="2550" b="1">
                <a:solidFill>
                  <a:srgbClr val="141414"/>
                </a:solidFill>
              </a:rPr>
              <a:t>7 559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00CAC8A-1596-4061-901D-CFE07BFF2295}"/>
              </a:ext>
            </a:extLst>
          </p:cNvPr>
          <p:cNvSpPr>
            <a:spLocks noGrp="1"/>
          </p:cNvSpPr>
          <p:nvPr/>
        </p:nvSpPr>
        <p:spPr>
          <a:xfrm>
            <a:off x="876300" y="4876800"/>
            <a:ext cx="1409700" cy="4191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ctr">
              <a:defRPr sz="1050" b="0">
                <a:solidFill>
                  <a:srgbClr val="636B64"/>
                </a:solidFill>
              </a:defRPr>
            </a:pPr>
            <a:r>
              <a:rPr sz="1050" b="0">
                <a:solidFill>
                  <a:srgbClr val="636B64"/>
                </a:solidFill>
              </a:rPr>
              <a:t>исторических матчей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F4F57094-137C-42DF-B709-4320694BB2A3}"/>
              </a:ext>
            </a:extLst>
          </p:cNvPr>
          <p:cNvSpPr>
            <a:spLocks noGrp="1"/>
          </p:cNvSpPr>
          <p:nvPr/>
        </p:nvSpPr>
        <p:spPr>
          <a:xfrm>
            <a:off x="2628900" y="4191000"/>
            <a:ext cx="1714500" cy="121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FC8BDF3-797C-4408-ABED-52A2DBE92D72}"/>
              </a:ext>
            </a:extLst>
          </p:cNvPr>
          <p:cNvSpPr>
            <a:spLocks noGrp="1"/>
          </p:cNvSpPr>
          <p:nvPr/>
        </p:nvSpPr>
        <p:spPr>
          <a:xfrm>
            <a:off x="2800350" y="4362450"/>
            <a:ext cx="1371600" cy="4762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ctr">
              <a:defRPr sz="2550" b="1">
                <a:solidFill>
                  <a:srgbClr val="141414"/>
                </a:solidFill>
              </a:defRPr>
            </a:pPr>
            <a:r>
              <a:rPr sz="2550" b="1">
                <a:solidFill>
                  <a:srgbClr val="141414"/>
                </a:solidFill>
              </a:rPr>
              <a:t>2 049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0536B15-051B-4838-8288-4B341B5181AA}"/>
              </a:ext>
            </a:extLst>
          </p:cNvPr>
          <p:cNvSpPr>
            <a:spLocks noGrp="1"/>
          </p:cNvSpPr>
          <p:nvPr/>
        </p:nvSpPr>
        <p:spPr>
          <a:xfrm>
            <a:off x="2781300" y="4876800"/>
            <a:ext cx="1409700" cy="4191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ctr">
              <a:defRPr sz="1050" b="0">
                <a:solidFill>
                  <a:srgbClr val="636B64"/>
                </a:solidFill>
              </a:defRPr>
            </a:pPr>
            <a:r>
              <a:rPr sz="1050" b="0">
                <a:solidFill>
                  <a:srgbClr val="636B64"/>
                </a:solidFill>
              </a:rPr>
              <a:t>игроков в данных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887726C6-E694-438E-8050-7D8B6772635E}"/>
              </a:ext>
            </a:extLst>
          </p:cNvPr>
          <p:cNvSpPr>
            <a:spLocks noGrp="1"/>
          </p:cNvSpPr>
          <p:nvPr/>
        </p:nvSpPr>
        <p:spPr>
          <a:xfrm>
            <a:off x="4533900" y="4191000"/>
            <a:ext cx="1714500" cy="121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BE4E083-F9F7-44D6-8A2A-EE68A03A0DE5}"/>
              </a:ext>
            </a:extLst>
          </p:cNvPr>
          <p:cNvSpPr>
            <a:spLocks noGrp="1"/>
          </p:cNvSpPr>
          <p:nvPr/>
        </p:nvSpPr>
        <p:spPr>
          <a:xfrm>
            <a:off x="4705350" y="4362450"/>
            <a:ext cx="1371600" cy="4762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ctr">
              <a:defRPr sz="2550" b="1">
                <a:solidFill>
                  <a:srgbClr val="141414"/>
                </a:solidFill>
              </a:defRPr>
            </a:pPr>
            <a:r>
              <a:rPr sz="2550" b="1">
                <a:solidFill>
                  <a:srgbClr val="141414"/>
                </a:solidFill>
              </a:rPr>
              <a:t>43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D7EFEC-0C6A-4694-B0E6-B0F1E7854FE2}"/>
              </a:ext>
            </a:extLst>
          </p:cNvPr>
          <p:cNvSpPr>
            <a:spLocks noGrp="1"/>
          </p:cNvSpPr>
          <p:nvPr/>
        </p:nvSpPr>
        <p:spPr>
          <a:xfrm>
            <a:off x="4686300" y="4876800"/>
            <a:ext cx="1409700" cy="4191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ctr">
              <a:defRPr sz="1050" b="0">
                <a:solidFill>
                  <a:srgbClr val="636B64"/>
                </a:solidFill>
              </a:defRPr>
            </a:pPr>
            <a:r>
              <a:rPr sz="1050" b="0">
                <a:solidFill>
                  <a:srgbClr val="636B64"/>
                </a:solidFill>
              </a:rPr>
              <a:t>признака модели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AF291F8-CFAD-4FD6-96A0-2058BD727067}"/>
              </a:ext>
            </a:extLst>
          </p:cNvPr>
          <p:cNvSpPr>
            <a:spLocks noGrp="1"/>
          </p:cNvSpPr>
          <p:nvPr/>
        </p:nvSpPr>
        <p:spPr>
          <a:xfrm>
            <a:off x="723900" y="5962650"/>
            <a:ext cx="3619500" cy="3048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636B64"/>
                </a:solidFill>
              </a:defRPr>
            </a:pPr>
            <a:r>
              <a:rPr sz="1350" b="0">
                <a:solidFill>
                  <a:srgbClr val="636B64"/>
                </a:solidFill>
              </a:rPr>
              <a:t>Антон Рыжиков · 2026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BB71E11F-8117-45BE-8811-CF8E66AE6AE3}"/>
              </a:ext>
            </a:extLst>
          </p:cNvPr>
          <p:cNvSpPr>
            <a:spLocks noGrp="1"/>
          </p:cNvSpPr>
          <p:nvPr/>
        </p:nvSpPr>
        <p:spPr>
          <a:xfrm>
            <a:off x="7239000" y="5962650"/>
            <a:ext cx="4095750" cy="3048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r"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</p:spTree>
    <p:extLst>
      <p:ext uri="{BB962C8B-B14F-4D97-AF65-F5344CB8AC3E}">
        <p14:creationId xmlns:p14="http://schemas.microsoft.com/office/powerpoint/2010/main" val="1557369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DC1EA8B-F05E-41A1-90EC-E5165CA73434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5720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02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2854C8C-66CD-4B30-87FA-17CFC0B02C68}"/>
              </a:ext>
            </a:extLst>
          </p:cNvPr>
          <p:cNvSpPr>
            <a:spLocks noGrp="1"/>
          </p:cNvSpPr>
          <p:nvPr/>
        </p:nvSpPr>
        <p:spPr>
          <a:xfrm>
            <a:off x="1219200" y="523875"/>
            <a:ext cx="10287000" cy="19050"/>
          </a:xfrm>
          <a:prstGeom prst="rect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E3711BB-91AB-4C19-9FB1-ADB9A1E986EC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8001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Постановка задачи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97E3DBB-055C-4CC4-A5F4-72336F059366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72390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Оценить вероятность победы игрока до начала матча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5B15B8F-5712-404C-82FB-46A9F6063DC4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3429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BE0EE37-5F5C-4582-8D40-0C5A0B44A2BE}"/>
              </a:ext>
            </a:extLst>
          </p:cNvPr>
          <p:cNvSpPr>
            <a:spLocks noGrp="1"/>
          </p:cNvSpPr>
          <p:nvPr/>
        </p:nvSpPr>
        <p:spPr>
          <a:xfrm>
            <a:off x="7334250" y="6419850"/>
            <a:ext cx="4191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F9106353-7426-4058-91F0-B451F67B860F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3238500" cy="1809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6021D0C0-6F10-4010-9029-3AD454AED8EB}"/>
              </a:ext>
            </a:extLst>
          </p:cNvPr>
          <p:cNvSpPr>
            <a:spLocks noGrp="1"/>
          </p:cNvSpPr>
          <p:nvPr/>
        </p:nvSpPr>
        <p:spPr>
          <a:xfrm>
            <a:off x="895350" y="2800350"/>
            <a:ext cx="323850" cy="323850"/>
          </a:xfrm>
          <a:prstGeom prst="ellipse">
            <a:avLst/>
          </a:prstGeom>
          <a:solidFill>
            <a:srgbClr val="4BD0A0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79E61EB-4BEA-4A3A-B4E3-9EE126BB6899}"/>
              </a:ext>
            </a:extLst>
          </p:cNvPr>
          <p:cNvSpPr>
            <a:spLocks noGrp="1"/>
          </p:cNvSpPr>
          <p:nvPr/>
        </p:nvSpPr>
        <p:spPr>
          <a:xfrm>
            <a:off x="895350" y="284797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24D878C-9D69-40E1-BF17-9C54DE2F4600}"/>
              </a:ext>
            </a:extLst>
          </p:cNvPr>
          <p:cNvSpPr>
            <a:spLocks noGrp="1"/>
          </p:cNvSpPr>
          <p:nvPr/>
        </p:nvSpPr>
        <p:spPr>
          <a:xfrm>
            <a:off x="1352550" y="2800350"/>
            <a:ext cx="23431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Формат задачи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4A5E467-B0E2-43C5-B01A-78F7B4C08CE5}"/>
              </a:ext>
            </a:extLst>
          </p:cNvPr>
          <p:cNvSpPr>
            <a:spLocks noGrp="1"/>
          </p:cNvSpPr>
          <p:nvPr/>
        </p:nvSpPr>
        <p:spPr>
          <a:xfrm>
            <a:off x="914400" y="3257550"/>
            <a:ext cx="2781300" cy="933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Бинарная классификация: для пары «игрок — соперник» модель возвращает вероятность победы рассматриваемого игрока.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21DA49C1-9D50-4EB9-8E4C-001B4E6F5F6F}"/>
              </a:ext>
            </a:extLst>
          </p:cNvPr>
          <p:cNvSpPr>
            <a:spLocks noGrp="1"/>
          </p:cNvSpPr>
          <p:nvPr/>
        </p:nvSpPr>
        <p:spPr>
          <a:xfrm>
            <a:off x="4476750" y="2571750"/>
            <a:ext cx="3238500" cy="1809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95732127-D6C0-4830-A0A4-11CF7F143B2C}"/>
              </a:ext>
            </a:extLst>
          </p:cNvPr>
          <p:cNvSpPr>
            <a:spLocks noGrp="1"/>
          </p:cNvSpPr>
          <p:nvPr/>
        </p:nvSpPr>
        <p:spPr>
          <a:xfrm>
            <a:off x="4686300" y="2800350"/>
            <a:ext cx="323850" cy="323850"/>
          </a:xfrm>
          <a:prstGeom prst="ellipse">
            <a:avLst/>
          </a:prstGeom>
          <a:solidFill>
            <a:srgbClr val="3157A4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5D9F116-6EA7-4CF0-BE0E-8AE153409BC8}"/>
              </a:ext>
            </a:extLst>
          </p:cNvPr>
          <p:cNvSpPr>
            <a:spLocks noGrp="1"/>
          </p:cNvSpPr>
          <p:nvPr/>
        </p:nvSpPr>
        <p:spPr>
          <a:xfrm>
            <a:off x="4686300" y="284797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A185059-C540-4744-9752-C45F5A3CF3EA}"/>
              </a:ext>
            </a:extLst>
          </p:cNvPr>
          <p:cNvSpPr>
            <a:spLocks noGrp="1"/>
          </p:cNvSpPr>
          <p:nvPr/>
        </p:nvSpPr>
        <p:spPr>
          <a:xfrm>
            <a:off x="5143500" y="2800350"/>
            <a:ext cx="23431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Предметная область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0B815D2-AE1B-4930-8FB9-87A113DF33C5}"/>
              </a:ext>
            </a:extLst>
          </p:cNvPr>
          <p:cNvSpPr>
            <a:spLocks noGrp="1"/>
          </p:cNvSpPr>
          <p:nvPr/>
        </p:nvSpPr>
        <p:spPr>
          <a:xfrm>
            <a:off x="4705350" y="3257550"/>
            <a:ext cx="2781300" cy="933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Женские одиночные турниры РТТ в возрастных группах до 15, до 17, до 19 лет и взрослые.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8D01B830-9555-4C96-AEF2-0F6FA1D2829D}"/>
              </a:ext>
            </a:extLst>
          </p:cNvPr>
          <p:cNvSpPr>
            <a:spLocks noGrp="1"/>
          </p:cNvSpPr>
          <p:nvPr/>
        </p:nvSpPr>
        <p:spPr>
          <a:xfrm>
            <a:off x="8267700" y="2571750"/>
            <a:ext cx="3238500" cy="1809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7C7AEEFE-52D3-4ECC-9AA6-02F222FF42D4}"/>
              </a:ext>
            </a:extLst>
          </p:cNvPr>
          <p:cNvSpPr>
            <a:spLocks noGrp="1"/>
          </p:cNvSpPr>
          <p:nvPr/>
        </p:nvSpPr>
        <p:spPr>
          <a:xfrm>
            <a:off x="8477250" y="2800350"/>
            <a:ext cx="323850" cy="323850"/>
          </a:xfrm>
          <a:prstGeom prst="ellipse">
            <a:avLst/>
          </a:prstGeom>
          <a:solidFill>
            <a:srgbClr val="F2C94C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3A0D7D9-501C-417E-A46C-9DFAB9EDB9F8}"/>
              </a:ext>
            </a:extLst>
          </p:cNvPr>
          <p:cNvSpPr>
            <a:spLocks noGrp="1"/>
          </p:cNvSpPr>
          <p:nvPr/>
        </p:nvSpPr>
        <p:spPr>
          <a:xfrm>
            <a:off x="8477250" y="284797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309CEC-371C-4F6B-A273-E6D4721E5E26}"/>
              </a:ext>
            </a:extLst>
          </p:cNvPr>
          <p:cNvSpPr>
            <a:spLocks noGrp="1"/>
          </p:cNvSpPr>
          <p:nvPr/>
        </p:nvSpPr>
        <p:spPr>
          <a:xfrm>
            <a:off x="8934450" y="2800350"/>
            <a:ext cx="23431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Практический смысл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6E1B0448-262A-436E-BC9D-0DE7D576C2E6}"/>
              </a:ext>
            </a:extLst>
          </p:cNvPr>
          <p:cNvSpPr>
            <a:spLocks noGrp="1"/>
          </p:cNvSpPr>
          <p:nvPr/>
        </p:nvSpPr>
        <p:spPr>
          <a:xfrm>
            <a:off x="8496300" y="3257550"/>
            <a:ext cx="2781300" cy="933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Официальный рейтинг полезен, но не всегда отражает форму, силу календаря, отдых и реальную динамику игрока.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2939E28-243D-4138-B7EF-FDFCA1CE0F7F}"/>
              </a:ext>
            </a:extLst>
          </p:cNvPr>
          <p:cNvSpPr>
            <a:spLocks noGrp="1"/>
          </p:cNvSpPr>
          <p:nvPr/>
        </p:nvSpPr>
        <p:spPr>
          <a:xfrm>
            <a:off x="1600200" y="4953000"/>
            <a:ext cx="83820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15936D"/>
                </a:solidFill>
              </a:defRPr>
            </a:pPr>
            <a:r>
              <a:rPr sz="1950" b="1">
                <a:solidFill>
                  <a:srgbClr val="15936D"/>
                </a:solidFill>
              </a:rPr>
              <a:t>Выход модели — не жесткий класс победителя, а вероятность. Поэтому основная метрика качества — LogLoss.</a:t>
            </a:r>
          </a:p>
        </p:txBody>
      </p:sp>
    </p:spTree>
    <p:extLst>
      <p:ext uri="{BB962C8B-B14F-4D97-AF65-F5344CB8AC3E}">
        <p14:creationId xmlns:p14="http://schemas.microsoft.com/office/powerpoint/2010/main" val="1417104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3A067901-7B16-4917-A63F-A3051332E06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5720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03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BBEBA76-53FE-4AEC-9BA7-A4AE47E3EA5B}"/>
              </a:ext>
            </a:extLst>
          </p:cNvPr>
          <p:cNvSpPr>
            <a:spLocks noGrp="1"/>
          </p:cNvSpPr>
          <p:nvPr/>
        </p:nvSpPr>
        <p:spPr>
          <a:xfrm>
            <a:off x="1219200" y="523875"/>
            <a:ext cx="10287000" cy="19050"/>
          </a:xfrm>
          <a:prstGeom prst="rect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09AD378-10B1-4ACE-B4F8-0644CDD78AD4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8001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Данные и автоматизированный сбор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C4DA811-9FD2-40AF-BF86-22368C5A1079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72390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Источник — открытая часть сайта Российского теннисного тура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67A4C4E-BEC9-4792-955A-26C6E14D944D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3429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5F3A851-D13A-471B-B771-9040E74C8CA2}"/>
              </a:ext>
            </a:extLst>
          </p:cNvPr>
          <p:cNvSpPr>
            <a:spLocks noGrp="1"/>
          </p:cNvSpPr>
          <p:nvPr/>
        </p:nvSpPr>
        <p:spPr>
          <a:xfrm>
            <a:off x="7334250" y="6419850"/>
            <a:ext cx="4191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FA87A6B8-DDCC-41C9-B3E1-FDE7D11BBE15}"/>
              </a:ext>
            </a:extLst>
          </p:cNvPr>
          <p:cNvSpPr>
            <a:spLocks noGrp="1"/>
          </p:cNvSpPr>
          <p:nvPr/>
        </p:nvSpPr>
        <p:spPr>
          <a:xfrm>
            <a:off x="723900" y="2571750"/>
            <a:ext cx="1714500" cy="12001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E83F661-B95A-4E07-9F7F-A7F1791E6140}"/>
              </a:ext>
            </a:extLst>
          </p:cNvPr>
          <p:cNvSpPr>
            <a:spLocks noGrp="1"/>
          </p:cNvSpPr>
          <p:nvPr/>
        </p:nvSpPr>
        <p:spPr>
          <a:xfrm>
            <a:off x="895350" y="2743200"/>
            <a:ext cx="1371600" cy="4762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ctr">
              <a:defRPr sz="2550" b="1">
                <a:solidFill>
                  <a:srgbClr val="141414"/>
                </a:solidFill>
              </a:defRPr>
            </a:pPr>
            <a:r>
              <a:rPr sz="2550" b="1">
                <a:solidFill>
                  <a:srgbClr val="141414"/>
                </a:solidFill>
              </a:rPr>
              <a:t>149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278C31F-5F9E-4131-8C31-C5A6B708A26C}"/>
              </a:ext>
            </a:extLst>
          </p:cNvPr>
          <p:cNvSpPr>
            <a:spLocks noGrp="1"/>
          </p:cNvSpPr>
          <p:nvPr/>
        </p:nvSpPr>
        <p:spPr>
          <a:xfrm>
            <a:off x="876300" y="3257550"/>
            <a:ext cx="1409700" cy="4191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ctr">
              <a:defRPr sz="1050" b="0">
                <a:solidFill>
                  <a:srgbClr val="636B64"/>
                </a:solidFill>
              </a:defRPr>
            </a:pPr>
            <a:r>
              <a:rPr sz="1050" b="0">
                <a:solidFill>
                  <a:srgbClr val="636B64"/>
                </a:solidFill>
              </a:rPr>
              <a:t>турниров в датасете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CBB1FB05-A620-4872-8D78-16C500AD5D20}"/>
              </a:ext>
            </a:extLst>
          </p:cNvPr>
          <p:cNvSpPr>
            <a:spLocks noGrp="1"/>
          </p:cNvSpPr>
          <p:nvPr/>
        </p:nvSpPr>
        <p:spPr>
          <a:xfrm>
            <a:off x="2628900" y="2571750"/>
            <a:ext cx="1714500" cy="12001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075B147-16E8-4585-B95B-2A8CD368A3B5}"/>
              </a:ext>
            </a:extLst>
          </p:cNvPr>
          <p:cNvSpPr>
            <a:spLocks noGrp="1"/>
          </p:cNvSpPr>
          <p:nvPr/>
        </p:nvSpPr>
        <p:spPr>
          <a:xfrm>
            <a:off x="2800350" y="2743200"/>
            <a:ext cx="1371600" cy="4762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ctr">
              <a:defRPr sz="2550" b="1">
                <a:solidFill>
                  <a:srgbClr val="141414"/>
                </a:solidFill>
              </a:defRPr>
            </a:pPr>
            <a:r>
              <a:rPr sz="2550" b="1">
                <a:solidFill>
                  <a:srgbClr val="141414"/>
                </a:solidFill>
              </a:rPr>
              <a:t>15 118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B1249E5-5B6E-4627-9E8C-791350F934F4}"/>
              </a:ext>
            </a:extLst>
          </p:cNvPr>
          <p:cNvSpPr>
            <a:spLocks noGrp="1"/>
          </p:cNvSpPr>
          <p:nvPr/>
        </p:nvSpPr>
        <p:spPr>
          <a:xfrm>
            <a:off x="2781300" y="3257550"/>
            <a:ext cx="1409700" cy="4191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ctr">
              <a:defRPr sz="1050" b="0">
                <a:solidFill>
                  <a:srgbClr val="636B64"/>
                </a:solidFill>
              </a:defRPr>
            </a:pPr>
            <a:r>
              <a:rPr sz="1050" b="0">
                <a:solidFill>
                  <a:srgbClr val="636B64"/>
                </a:solidFill>
              </a:rPr>
              <a:t>строк long-format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B3228AD1-D4D4-4B00-965F-06738EB2D49D}"/>
              </a:ext>
            </a:extLst>
          </p:cNvPr>
          <p:cNvSpPr>
            <a:spLocks noGrp="1"/>
          </p:cNvSpPr>
          <p:nvPr/>
        </p:nvSpPr>
        <p:spPr>
          <a:xfrm>
            <a:off x="4533900" y="2571750"/>
            <a:ext cx="1714500" cy="12001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0C903A5-F4E5-48B9-8308-2477CB74D56C}"/>
              </a:ext>
            </a:extLst>
          </p:cNvPr>
          <p:cNvSpPr>
            <a:spLocks noGrp="1"/>
          </p:cNvSpPr>
          <p:nvPr/>
        </p:nvSpPr>
        <p:spPr>
          <a:xfrm>
            <a:off x="4705350" y="2743200"/>
            <a:ext cx="1371600" cy="4762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ctr">
              <a:defRPr sz="2550" b="1">
                <a:solidFill>
                  <a:srgbClr val="141414"/>
                </a:solidFill>
              </a:defRPr>
            </a:pPr>
            <a:r>
              <a:rPr sz="2550" b="1">
                <a:solidFill>
                  <a:srgbClr val="141414"/>
                </a:solidFill>
              </a:rPr>
              <a:t>2025–26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58EB070-22AD-495B-8ED4-C41B2A3E57FA}"/>
              </a:ext>
            </a:extLst>
          </p:cNvPr>
          <p:cNvSpPr>
            <a:spLocks noGrp="1"/>
          </p:cNvSpPr>
          <p:nvPr/>
        </p:nvSpPr>
        <p:spPr>
          <a:xfrm>
            <a:off x="4686300" y="3257550"/>
            <a:ext cx="1409700" cy="4191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ctr">
              <a:defRPr sz="1050" b="0">
                <a:solidFill>
                  <a:srgbClr val="636B64"/>
                </a:solidFill>
              </a:defRPr>
            </a:pPr>
            <a:r>
              <a:rPr sz="1050" b="0">
                <a:solidFill>
                  <a:srgbClr val="636B64"/>
                </a:solidFill>
              </a:rPr>
              <a:t>период матчей</a:t>
            </a: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8B2E427D-0241-4CBE-928E-1A600EA57D53}"/>
              </a:ext>
            </a:extLst>
          </p:cNvPr>
          <p:cNvSpPr>
            <a:spLocks noGrp="1"/>
          </p:cNvSpPr>
          <p:nvPr/>
        </p:nvSpPr>
        <p:spPr>
          <a:xfrm>
            <a:off x="6953250" y="2381250"/>
            <a:ext cx="4191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BAD8587-96A7-4A17-8677-0696626BF71C}"/>
              </a:ext>
            </a:extLst>
          </p:cNvPr>
          <p:cNvSpPr>
            <a:spLocks noGrp="1"/>
          </p:cNvSpPr>
          <p:nvPr/>
        </p:nvSpPr>
        <p:spPr>
          <a:xfrm>
            <a:off x="7181850" y="2609850"/>
            <a:ext cx="373380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Турниры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9E90DB8-8D86-4BDA-B29F-619B51341256}"/>
              </a:ext>
            </a:extLst>
          </p:cNvPr>
          <p:cNvSpPr>
            <a:spLocks noGrp="1"/>
          </p:cNvSpPr>
          <p:nvPr/>
        </p:nvSpPr>
        <p:spPr>
          <a:xfrm>
            <a:off x="7181850" y="3067050"/>
            <a:ext cx="373380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76983"/>
          </a:bodyPr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Календарь РТТ, ID турниров, детали турнира, статус и даты проведения.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8F30F94-3230-4A6E-A542-E1EAF73EB6D4}"/>
              </a:ext>
            </a:extLst>
          </p:cNvPr>
          <p:cNvSpPr>
            <a:spLocks noGrp="1"/>
          </p:cNvSpPr>
          <p:nvPr/>
        </p:nvSpPr>
        <p:spPr>
          <a:xfrm>
            <a:off x="6953250" y="3638550"/>
            <a:ext cx="4191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572383D-C7C1-4145-B8E4-4D84A8CD4B03}"/>
              </a:ext>
            </a:extLst>
          </p:cNvPr>
          <p:cNvSpPr>
            <a:spLocks noGrp="1"/>
          </p:cNvSpPr>
          <p:nvPr/>
        </p:nvSpPr>
        <p:spPr>
          <a:xfrm>
            <a:off x="7181850" y="3867150"/>
            <a:ext cx="373380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Матчи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D2A2EE6-F155-404F-9889-0A7D5CFC9426}"/>
              </a:ext>
            </a:extLst>
          </p:cNvPr>
          <p:cNvSpPr>
            <a:spLocks noGrp="1"/>
          </p:cNvSpPr>
          <p:nvPr/>
        </p:nvSpPr>
        <p:spPr>
          <a:xfrm>
            <a:off x="7181850" y="4324350"/>
            <a:ext cx="373380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64963"/>
          </a:bodyPr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Сохраненные страницы матчей, счет, участники, дата, турнир и возрастная категория.</a:t>
            </a:r>
          </a:p>
        </p:txBody>
      </p:sp>
      <p:sp>
        <p:nvSpPr>
          <p:cNvPr id="22" name="Прямоугольник: скругленные углы 21">
            <a:extLst>
              <a:ext uri="{FF2B5EF4-FFF2-40B4-BE49-F238E27FC236}">
                <a16:creationId xmlns:a16="http://schemas.microsoft.com/office/drawing/2014/main" id="{F8C20A75-7C3D-4DF8-A124-0EF722B91C7D}"/>
              </a:ext>
            </a:extLst>
          </p:cNvPr>
          <p:cNvSpPr>
            <a:spLocks noGrp="1"/>
          </p:cNvSpPr>
          <p:nvPr/>
        </p:nvSpPr>
        <p:spPr>
          <a:xfrm>
            <a:off x="6953250" y="4895850"/>
            <a:ext cx="4191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AB482E8-4CE3-4124-B254-FBCF0611396C}"/>
              </a:ext>
            </a:extLst>
          </p:cNvPr>
          <p:cNvSpPr>
            <a:spLocks noGrp="1"/>
          </p:cNvSpPr>
          <p:nvPr/>
        </p:nvSpPr>
        <p:spPr>
          <a:xfrm>
            <a:off x="7181850" y="5124450"/>
            <a:ext cx="373380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Рейтинги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F804B46B-C5D3-43D2-ABED-41D25B6B833B}"/>
              </a:ext>
            </a:extLst>
          </p:cNvPr>
          <p:cNvSpPr>
            <a:spLocks noGrp="1"/>
          </p:cNvSpPr>
          <p:nvPr/>
        </p:nvSpPr>
        <p:spPr>
          <a:xfrm>
            <a:off x="7181850" y="5581650"/>
            <a:ext cx="373380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77870"/>
          </a:bodyPr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Официальные классификации игроков по датам и возрастным группам.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0589FEAB-8060-4C28-8390-CDA1A2F1E777}"/>
              </a:ext>
            </a:extLst>
          </p:cNvPr>
          <p:cNvSpPr>
            <a:spLocks noGrp="1"/>
          </p:cNvSpPr>
          <p:nvPr/>
        </p:nvSpPr>
        <p:spPr>
          <a:xfrm>
            <a:off x="819150" y="4305300"/>
            <a:ext cx="5334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141414"/>
                </a:solidFill>
              </a:defRPr>
            </a:pPr>
            <a:r>
              <a:rPr sz="1950" b="1">
                <a:solidFill>
                  <a:srgbClr val="141414"/>
                </a:solidFill>
              </a:rPr>
              <a:t>Данные не вводятся вручную: проект обновляет источники, проверяет дубли и собирает единый датасет для обучения.</a:t>
            </a:r>
          </a:p>
        </p:txBody>
      </p:sp>
    </p:spTree>
    <p:extLst>
      <p:ext uri="{BB962C8B-B14F-4D97-AF65-F5344CB8AC3E}">
        <p14:creationId xmlns:p14="http://schemas.microsoft.com/office/powerpoint/2010/main" val="1659959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1AA2CF4E-E9E6-4E90-99FE-19D98597A71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5720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04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D9AEF42-B5F7-4A02-9364-744C2EED5E19}"/>
              </a:ext>
            </a:extLst>
          </p:cNvPr>
          <p:cNvSpPr>
            <a:spLocks noGrp="1"/>
          </p:cNvSpPr>
          <p:nvPr/>
        </p:nvSpPr>
        <p:spPr>
          <a:xfrm>
            <a:off x="1219200" y="523875"/>
            <a:ext cx="10287000" cy="19050"/>
          </a:xfrm>
          <a:prstGeom prst="rect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E01D345-2AB6-42B1-B5DC-189DCC210E0E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8001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Полный ML-пайплайн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F517CD9-0895-47B3-9E36-ED007C5BAD88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72390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От сайта РТТ до пользовательского прогноза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13E1829-C584-4B9D-B16C-46D35FC51477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3429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20BF9C7-7981-4D44-BD5F-7E02E2FF0338}"/>
              </a:ext>
            </a:extLst>
          </p:cNvPr>
          <p:cNvSpPr>
            <a:spLocks noGrp="1"/>
          </p:cNvSpPr>
          <p:nvPr/>
        </p:nvSpPr>
        <p:spPr>
          <a:xfrm>
            <a:off x="7334250" y="6419850"/>
            <a:ext cx="4191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F57E63DC-1923-46F3-A0AE-B01B23E5C32A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150495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7DC7A43A-4F68-4162-8268-9F857FE470F9}"/>
              </a:ext>
            </a:extLst>
          </p:cNvPr>
          <p:cNvSpPr>
            <a:spLocks noGrp="1"/>
          </p:cNvSpPr>
          <p:nvPr/>
        </p:nvSpPr>
        <p:spPr>
          <a:xfrm>
            <a:off x="895350" y="3086100"/>
            <a:ext cx="323850" cy="323850"/>
          </a:xfrm>
          <a:prstGeom prst="ellipse">
            <a:avLst/>
          </a:prstGeom>
          <a:solidFill>
            <a:srgbClr val="4BD0A0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8B9AE1D-FD0E-4923-91BE-E086D7487B44}"/>
              </a:ext>
            </a:extLst>
          </p:cNvPr>
          <p:cNvSpPr>
            <a:spLocks noGrp="1"/>
          </p:cNvSpPr>
          <p:nvPr/>
        </p:nvSpPr>
        <p:spPr>
          <a:xfrm>
            <a:off x="895350" y="313372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3619E3-04FF-40CF-843E-EC7AB7757F59}"/>
              </a:ext>
            </a:extLst>
          </p:cNvPr>
          <p:cNvSpPr>
            <a:spLocks noGrp="1"/>
          </p:cNvSpPr>
          <p:nvPr/>
        </p:nvSpPr>
        <p:spPr>
          <a:xfrm>
            <a:off x="1352550" y="3086100"/>
            <a:ext cx="60960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82133"/>
          </a:bodyPr>
          <a:lstStyle/>
          <a:p>
            <a:pPr algn="l"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Сайт РТТ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8FD274A-2870-4E35-82AD-FFBF91FBC14C}"/>
              </a:ext>
            </a:extLst>
          </p:cNvPr>
          <p:cNvSpPr>
            <a:spLocks noGrp="1"/>
          </p:cNvSpPr>
          <p:nvPr/>
        </p:nvSpPr>
        <p:spPr>
          <a:xfrm>
            <a:off x="914400" y="3543300"/>
            <a:ext cx="104775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календарь, матчи, рейтинги</a:t>
            </a:r>
          </a:p>
        </p:txBody>
      </p:sp>
      <p:sp>
        <p:nvSpPr>
          <p:cNvPr id="12" name="Стрелка: вправо 11">
            <a:extLst>
              <a:ext uri="{FF2B5EF4-FFF2-40B4-BE49-F238E27FC236}">
                <a16:creationId xmlns:a16="http://schemas.microsoft.com/office/drawing/2014/main" id="{27C93955-C78B-4190-8A67-31C6A591D2D6}"/>
              </a:ext>
            </a:extLst>
          </p:cNvPr>
          <p:cNvSpPr>
            <a:spLocks noGrp="1"/>
          </p:cNvSpPr>
          <p:nvPr/>
        </p:nvSpPr>
        <p:spPr>
          <a:xfrm>
            <a:off x="2286000" y="3409950"/>
            <a:ext cx="457200" cy="323850"/>
          </a:xfrm>
          <a:prstGeom prst="rightArrow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5168F4B9-AA23-4DA4-B82B-41A407EF064A}"/>
              </a:ext>
            </a:extLst>
          </p:cNvPr>
          <p:cNvSpPr>
            <a:spLocks noGrp="1"/>
          </p:cNvSpPr>
          <p:nvPr/>
        </p:nvSpPr>
        <p:spPr>
          <a:xfrm>
            <a:off x="2495550" y="2857500"/>
            <a:ext cx="150495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31C13907-8DC9-4D56-B564-84273B584201}"/>
              </a:ext>
            </a:extLst>
          </p:cNvPr>
          <p:cNvSpPr>
            <a:spLocks noGrp="1"/>
          </p:cNvSpPr>
          <p:nvPr/>
        </p:nvSpPr>
        <p:spPr>
          <a:xfrm>
            <a:off x="2705100" y="3086100"/>
            <a:ext cx="323850" cy="323850"/>
          </a:xfrm>
          <a:prstGeom prst="ellipse">
            <a:avLst/>
          </a:prstGeom>
          <a:solidFill>
            <a:srgbClr val="4BD0A0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ECC4FF-9CCE-47E0-B718-732A5802A0D9}"/>
              </a:ext>
            </a:extLst>
          </p:cNvPr>
          <p:cNvSpPr>
            <a:spLocks noGrp="1"/>
          </p:cNvSpPr>
          <p:nvPr/>
        </p:nvSpPr>
        <p:spPr>
          <a:xfrm>
            <a:off x="2705100" y="313372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0EDA935-D64E-41F8-80C1-474397079A23}"/>
              </a:ext>
            </a:extLst>
          </p:cNvPr>
          <p:cNvSpPr>
            <a:spLocks noGrp="1"/>
          </p:cNvSpPr>
          <p:nvPr/>
        </p:nvSpPr>
        <p:spPr>
          <a:xfrm>
            <a:off x="3162300" y="3086100"/>
            <a:ext cx="60960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82133"/>
          </a:bodyPr>
          <a:lstStyle/>
          <a:p>
            <a:pPr algn="l"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Парсеры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0E25267-5EDD-4EC6-91B0-61321AAF0C8D}"/>
              </a:ext>
            </a:extLst>
          </p:cNvPr>
          <p:cNvSpPr>
            <a:spLocks noGrp="1"/>
          </p:cNvSpPr>
          <p:nvPr/>
        </p:nvSpPr>
        <p:spPr>
          <a:xfrm>
            <a:off x="2724150" y="3543300"/>
            <a:ext cx="104775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автоматический сбор и кеш HTML</a:t>
            </a:r>
          </a:p>
        </p:txBody>
      </p:sp>
      <p:sp>
        <p:nvSpPr>
          <p:cNvPr id="18" name="Стрелка: вправо 17">
            <a:extLst>
              <a:ext uri="{FF2B5EF4-FFF2-40B4-BE49-F238E27FC236}">
                <a16:creationId xmlns:a16="http://schemas.microsoft.com/office/drawing/2014/main" id="{C13AEE78-5FA6-4314-B62F-9C8614785064}"/>
              </a:ext>
            </a:extLst>
          </p:cNvPr>
          <p:cNvSpPr>
            <a:spLocks noGrp="1"/>
          </p:cNvSpPr>
          <p:nvPr/>
        </p:nvSpPr>
        <p:spPr>
          <a:xfrm>
            <a:off x="4095750" y="3409950"/>
            <a:ext cx="457200" cy="323850"/>
          </a:xfrm>
          <a:prstGeom prst="rightArrow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E969DF5C-4047-464C-956D-91B35917C2EB}"/>
              </a:ext>
            </a:extLst>
          </p:cNvPr>
          <p:cNvSpPr>
            <a:spLocks noGrp="1"/>
          </p:cNvSpPr>
          <p:nvPr/>
        </p:nvSpPr>
        <p:spPr>
          <a:xfrm>
            <a:off x="4305300" y="2857500"/>
            <a:ext cx="150495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12FDD4F2-F290-449B-8F8C-53EFF655B4C3}"/>
              </a:ext>
            </a:extLst>
          </p:cNvPr>
          <p:cNvSpPr>
            <a:spLocks noGrp="1"/>
          </p:cNvSpPr>
          <p:nvPr/>
        </p:nvSpPr>
        <p:spPr>
          <a:xfrm>
            <a:off x="4514850" y="3086100"/>
            <a:ext cx="323850" cy="323850"/>
          </a:xfrm>
          <a:prstGeom prst="ellipse">
            <a:avLst/>
          </a:prstGeom>
          <a:solidFill>
            <a:srgbClr val="4BD0A0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5373433F-8D6D-4A9B-A5B7-B023CFD80C65}"/>
              </a:ext>
            </a:extLst>
          </p:cNvPr>
          <p:cNvSpPr>
            <a:spLocks noGrp="1"/>
          </p:cNvSpPr>
          <p:nvPr/>
        </p:nvSpPr>
        <p:spPr>
          <a:xfrm>
            <a:off x="4514850" y="313372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228DA1C-769E-426F-B750-0AFEA99F32EA}"/>
              </a:ext>
            </a:extLst>
          </p:cNvPr>
          <p:cNvSpPr>
            <a:spLocks noGrp="1"/>
          </p:cNvSpPr>
          <p:nvPr/>
        </p:nvSpPr>
        <p:spPr>
          <a:xfrm>
            <a:off x="4972050" y="3086100"/>
            <a:ext cx="60960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87247"/>
          </a:bodyPr>
          <a:lstStyle/>
          <a:p>
            <a:pPr algn="l"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Очистка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B8E1AC7-6751-402C-A4FD-11173A4D8334}"/>
              </a:ext>
            </a:extLst>
          </p:cNvPr>
          <p:cNvSpPr>
            <a:spLocks noGrp="1"/>
          </p:cNvSpPr>
          <p:nvPr/>
        </p:nvSpPr>
        <p:spPr>
          <a:xfrm>
            <a:off x="4533900" y="3543300"/>
            <a:ext cx="104775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нормализация дат, счета, игроков</a:t>
            </a:r>
          </a:p>
        </p:txBody>
      </p:sp>
      <p:sp>
        <p:nvSpPr>
          <p:cNvPr id="24" name="Стрелка: вправо 23">
            <a:extLst>
              <a:ext uri="{FF2B5EF4-FFF2-40B4-BE49-F238E27FC236}">
                <a16:creationId xmlns:a16="http://schemas.microsoft.com/office/drawing/2014/main" id="{B2DF1251-391D-4300-9AA1-81FFC4A11AFC}"/>
              </a:ext>
            </a:extLst>
          </p:cNvPr>
          <p:cNvSpPr>
            <a:spLocks noGrp="1"/>
          </p:cNvSpPr>
          <p:nvPr/>
        </p:nvSpPr>
        <p:spPr>
          <a:xfrm>
            <a:off x="5905500" y="3409950"/>
            <a:ext cx="457200" cy="323850"/>
          </a:xfrm>
          <a:prstGeom prst="rightArrow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7B193236-1E58-4C4A-AFAA-8D7E89BEE1A4}"/>
              </a:ext>
            </a:extLst>
          </p:cNvPr>
          <p:cNvSpPr>
            <a:spLocks noGrp="1"/>
          </p:cNvSpPr>
          <p:nvPr/>
        </p:nvSpPr>
        <p:spPr>
          <a:xfrm>
            <a:off x="6115050" y="2857500"/>
            <a:ext cx="150495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6" name="Овал 25">
            <a:extLst>
              <a:ext uri="{FF2B5EF4-FFF2-40B4-BE49-F238E27FC236}">
                <a16:creationId xmlns:a16="http://schemas.microsoft.com/office/drawing/2014/main" id="{C0427747-8C95-47F3-8BB6-7E4CDA35EACB}"/>
              </a:ext>
            </a:extLst>
          </p:cNvPr>
          <p:cNvSpPr>
            <a:spLocks noGrp="1"/>
          </p:cNvSpPr>
          <p:nvPr/>
        </p:nvSpPr>
        <p:spPr>
          <a:xfrm>
            <a:off x="6324600" y="3086100"/>
            <a:ext cx="323850" cy="323850"/>
          </a:xfrm>
          <a:prstGeom prst="ellipse">
            <a:avLst/>
          </a:prstGeom>
          <a:solidFill>
            <a:srgbClr val="4BD0A0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5B1EF888-2469-497E-A396-086980DACA69}"/>
              </a:ext>
            </a:extLst>
          </p:cNvPr>
          <p:cNvSpPr>
            <a:spLocks noGrp="1"/>
          </p:cNvSpPr>
          <p:nvPr/>
        </p:nvSpPr>
        <p:spPr>
          <a:xfrm>
            <a:off x="6324600" y="313372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9B190E3-F63D-4BB7-B564-3864C456A40E}"/>
              </a:ext>
            </a:extLst>
          </p:cNvPr>
          <p:cNvSpPr>
            <a:spLocks noGrp="1"/>
          </p:cNvSpPr>
          <p:nvPr/>
        </p:nvSpPr>
        <p:spPr>
          <a:xfrm>
            <a:off x="6781800" y="3086100"/>
            <a:ext cx="60960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82133"/>
          </a:bodyPr>
          <a:lstStyle/>
          <a:p>
            <a:pPr algn="l"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Признаки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0BDB9FC6-4944-4BF1-A7B7-80D8A2ABBE16}"/>
              </a:ext>
            </a:extLst>
          </p:cNvPr>
          <p:cNvSpPr>
            <a:spLocks noGrp="1"/>
          </p:cNvSpPr>
          <p:nvPr/>
        </p:nvSpPr>
        <p:spPr>
          <a:xfrm>
            <a:off x="6343650" y="3543300"/>
            <a:ext cx="104775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рейтинг, ELO, опыт, H2H</a:t>
            </a:r>
          </a:p>
        </p:txBody>
      </p:sp>
      <p:sp>
        <p:nvSpPr>
          <p:cNvPr id="30" name="Стрелка: вправо 29">
            <a:extLst>
              <a:ext uri="{FF2B5EF4-FFF2-40B4-BE49-F238E27FC236}">
                <a16:creationId xmlns:a16="http://schemas.microsoft.com/office/drawing/2014/main" id="{59C3575E-A054-4802-810F-5349AFB97532}"/>
              </a:ext>
            </a:extLst>
          </p:cNvPr>
          <p:cNvSpPr>
            <a:spLocks noGrp="1"/>
          </p:cNvSpPr>
          <p:nvPr/>
        </p:nvSpPr>
        <p:spPr>
          <a:xfrm>
            <a:off x="7715250" y="3409950"/>
            <a:ext cx="457200" cy="323850"/>
          </a:xfrm>
          <a:prstGeom prst="rightArrow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1" name="Прямоугольник: скругленные углы 30">
            <a:extLst>
              <a:ext uri="{FF2B5EF4-FFF2-40B4-BE49-F238E27FC236}">
                <a16:creationId xmlns:a16="http://schemas.microsoft.com/office/drawing/2014/main" id="{D960FA27-1CBD-4836-A1ED-5825963CF407}"/>
              </a:ext>
            </a:extLst>
          </p:cNvPr>
          <p:cNvSpPr>
            <a:spLocks noGrp="1"/>
          </p:cNvSpPr>
          <p:nvPr/>
        </p:nvSpPr>
        <p:spPr>
          <a:xfrm>
            <a:off x="7924800" y="2857500"/>
            <a:ext cx="150495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2" name="Овал 31">
            <a:extLst>
              <a:ext uri="{FF2B5EF4-FFF2-40B4-BE49-F238E27FC236}">
                <a16:creationId xmlns:a16="http://schemas.microsoft.com/office/drawing/2014/main" id="{57E9B198-D21C-43DD-A4B4-5CC63D679276}"/>
              </a:ext>
            </a:extLst>
          </p:cNvPr>
          <p:cNvSpPr>
            <a:spLocks noGrp="1"/>
          </p:cNvSpPr>
          <p:nvPr/>
        </p:nvSpPr>
        <p:spPr>
          <a:xfrm>
            <a:off x="8134350" y="3086100"/>
            <a:ext cx="323850" cy="323850"/>
          </a:xfrm>
          <a:prstGeom prst="ellipse">
            <a:avLst/>
          </a:prstGeom>
          <a:solidFill>
            <a:srgbClr val="4BD0A0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6A53308-F05F-45A0-883E-3886AE12BDA4}"/>
              </a:ext>
            </a:extLst>
          </p:cNvPr>
          <p:cNvSpPr>
            <a:spLocks noGrp="1"/>
          </p:cNvSpPr>
          <p:nvPr/>
        </p:nvSpPr>
        <p:spPr>
          <a:xfrm>
            <a:off x="8134350" y="313372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57376D11-D95D-48E5-B9E9-CBFF3A46FD89}"/>
              </a:ext>
            </a:extLst>
          </p:cNvPr>
          <p:cNvSpPr>
            <a:spLocks noGrp="1"/>
          </p:cNvSpPr>
          <p:nvPr/>
        </p:nvSpPr>
        <p:spPr>
          <a:xfrm>
            <a:off x="8591550" y="3086100"/>
            <a:ext cx="60960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82133"/>
          </a:bodyPr>
          <a:lstStyle/>
          <a:p>
            <a:pPr algn="l"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Обучение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7FCFB66D-C52D-43EE-855F-3ACC4AF86C84}"/>
              </a:ext>
            </a:extLst>
          </p:cNvPr>
          <p:cNvSpPr>
            <a:spLocks noGrp="1"/>
          </p:cNvSpPr>
          <p:nvPr/>
        </p:nvSpPr>
        <p:spPr>
          <a:xfrm>
            <a:off x="8153400" y="3543300"/>
            <a:ext cx="104775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baseline + ML-модели</a:t>
            </a:r>
          </a:p>
        </p:txBody>
      </p:sp>
      <p:sp>
        <p:nvSpPr>
          <p:cNvPr id="36" name="Стрелка: вправо 35">
            <a:extLst>
              <a:ext uri="{FF2B5EF4-FFF2-40B4-BE49-F238E27FC236}">
                <a16:creationId xmlns:a16="http://schemas.microsoft.com/office/drawing/2014/main" id="{2AAC0A02-64DF-4F11-A85D-1DF4301272C2}"/>
              </a:ext>
            </a:extLst>
          </p:cNvPr>
          <p:cNvSpPr>
            <a:spLocks noGrp="1"/>
          </p:cNvSpPr>
          <p:nvPr/>
        </p:nvSpPr>
        <p:spPr>
          <a:xfrm>
            <a:off x="9525000" y="3409950"/>
            <a:ext cx="457200" cy="323850"/>
          </a:xfrm>
          <a:prstGeom prst="rightArrow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3BA7A517-AC84-4A95-98C2-8BC8ECB5478B}"/>
              </a:ext>
            </a:extLst>
          </p:cNvPr>
          <p:cNvSpPr>
            <a:spLocks noGrp="1"/>
          </p:cNvSpPr>
          <p:nvPr/>
        </p:nvSpPr>
        <p:spPr>
          <a:xfrm>
            <a:off x="9734550" y="2857500"/>
            <a:ext cx="150495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8" name="Овал 37">
            <a:extLst>
              <a:ext uri="{FF2B5EF4-FFF2-40B4-BE49-F238E27FC236}">
                <a16:creationId xmlns:a16="http://schemas.microsoft.com/office/drawing/2014/main" id="{200E81D0-6F76-45C1-8CE9-E7CF0C355060}"/>
              </a:ext>
            </a:extLst>
          </p:cNvPr>
          <p:cNvSpPr>
            <a:spLocks noGrp="1"/>
          </p:cNvSpPr>
          <p:nvPr/>
        </p:nvSpPr>
        <p:spPr>
          <a:xfrm>
            <a:off x="9944100" y="3086100"/>
            <a:ext cx="323850" cy="323850"/>
          </a:xfrm>
          <a:prstGeom prst="ellipse">
            <a:avLst/>
          </a:prstGeom>
          <a:solidFill>
            <a:srgbClr val="15936D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B235ECDF-0F66-42FF-A3CA-2944231F5A4D}"/>
              </a:ext>
            </a:extLst>
          </p:cNvPr>
          <p:cNvSpPr>
            <a:spLocks noGrp="1"/>
          </p:cNvSpPr>
          <p:nvPr/>
        </p:nvSpPr>
        <p:spPr>
          <a:xfrm>
            <a:off x="9944100" y="313372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9E7481F2-5050-4744-AA39-6BA45918DA9A}"/>
              </a:ext>
            </a:extLst>
          </p:cNvPr>
          <p:cNvSpPr>
            <a:spLocks noGrp="1"/>
          </p:cNvSpPr>
          <p:nvPr/>
        </p:nvSpPr>
        <p:spPr>
          <a:xfrm>
            <a:off x="10401300" y="3086100"/>
            <a:ext cx="60960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96497"/>
          </a:bodyPr>
          <a:lstStyle/>
          <a:p>
            <a:pPr algn="l"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Панель</a:t>
            </a: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15CF4312-9743-4CB9-94C4-5F70B40928A5}"/>
              </a:ext>
            </a:extLst>
          </p:cNvPr>
          <p:cNvSpPr>
            <a:spLocks noGrp="1"/>
          </p:cNvSpPr>
          <p:nvPr/>
        </p:nvSpPr>
        <p:spPr>
          <a:xfrm>
            <a:off x="9963150" y="3543300"/>
            <a:ext cx="104775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прогноз и аналитика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DC23676D-A451-4882-B2AC-E71492C7D50C}"/>
              </a:ext>
            </a:extLst>
          </p:cNvPr>
          <p:cNvSpPr>
            <a:spLocks noGrp="1"/>
          </p:cNvSpPr>
          <p:nvPr/>
        </p:nvSpPr>
        <p:spPr>
          <a:xfrm>
            <a:off x="1485900" y="4953000"/>
            <a:ext cx="8858250" cy="571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15936D"/>
                </a:solidFill>
              </a:defRPr>
            </a:pPr>
            <a:r>
              <a:rPr sz="1875" b="1">
                <a:solidFill>
                  <a:srgbClr val="15936D"/>
                </a:solidFill>
              </a:rPr>
              <a:t>Главная инженерная идея: данные и модель обновляются одной цепочкой, а прогноз строится на последней доступной истории.</a:t>
            </a:r>
          </a:p>
        </p:txBody>
      </p:sp>
    </p:spTree>
    <p:extLst>
      <p:ext uri="{BB962C8B-B14F-4D97-AF65-F5344CB8AC3E}">
        <p14:creationId xmlns:p14="http://schemas.microsoft.com/office/powerpoint/2010/main" val="1436173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1DFAE47-5B9E-42EE-8EE8-D4FB22DEC10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5720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05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FB0403C-12F7-4699-9DE9-3C93046F87EF}"/>
              </a:ext>
            </a:extLst>
          </p:cNvPr>
          <p:cNvSpPr>
            <a:spLocks noGrp="1"/>
          </p:cNvSpPr>
          <p:nvPr/>
        </p:nvSpPr>
        <p:spPr>
          <a:xfrm>
            <a:off x="1219200" y="523875"/>
            <a:ext cx="10287000" cy="19050"/>
          </a:xfrm>
          <a:prstGeom prst="rect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B268D61-8CF2-4AD6-B8D1-C81022C2BCA1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8001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Признаки без утечки будущего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AF1FCA5-10F9-48A3-BA36-AD6A4CEEB7D8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72390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Каждый матч описывается только тем, что было известно до его начала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B00F46E-B24F-49A5-8DB7-218BEDDE87BA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3429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2955B56-7499-4F12-90ED-62F63B97C2DB}"/>
              </a:ext>
            </a:extLst>
          </p:cNvPr>
          <p:cNvSpPr>
            <a:spLocks noGrp="1"/>
          </p:cNvSpPr>
          <p:nvPr/>
        </p:nvSpPr>
        <p:spPr>
          <a:xfrm>
            <a:off x="7334250" y="6419850"/>
            <a:ext cx="4191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85BDD39E-0E47-4F72-84F1-A120D18E00AA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310515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2B826BF-9D7D-461E-83DE-CFFCA1E07049}"/>
              </a:ext>
            </a:extLst>
          </p:cNvPr>
          <p:cNvSpPr>
            <a:spLocks noGrp="1"/>
          </p:cNvSpPr>
          <p:nvPr/>
        </p:nvSpPr>
        <p:spPr>
          <a:xfrm>
            <a:off x="1047750" y="2705100"/>
            <a:ext cx="26479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Рейтинг РТТ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0D46EA2-CCAC-481B-9214-80A401175761}"/>
              </a:ext>
            </a:extLst>
          </p:cNvPr>
          <p:cNvSpPr>
            <a:spLocks noGrp="1"/>
          </p:cNvSpPr>
          <p:nvPr/>
        </p:nvSpPr>
        <p:spPr>
          <a:xfrm>
            <a:off x="1047750" y="3162300"/>
            <a:ext cx="26479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место, очки, возрастная категория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021C422-30D3-4769-A255-55907BD7D113}"/>
              </a:ext>
            </a:extLst>
          </p:cNvPr>
          <p:cNvSpPr>
            <a:spLocks noGrp="1"/>
          </p:cNvSpPr>
          <p:nvPr/>
        </p:nvSpPr>
        <p:spPr>
          <a:xfrm>
            <a:off x="4457700" y="2476500"/>
            <a:ext cx="310515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BA36171-8CE8-4AEE-94EA-36646AFDED4E}"/>
              </a:ext>
            </a:extLst>
          </p:cNvPr>
          <p:cNvSpPr>
            <a:spLocks noGrp="1"/>
          </p:cNvSpPr>
          <p:nvPr/>
        </p:nvSpPr>
        <p:spPr>
          <a:xfrm>
            <a:off x="4686300" y="2705100"/>
            <a:ext cx="26479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Скорректированные очки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E0B08AE-8054-4232-BB6D-609ACFE7A071}"/>
              </a:ext>
            </a:extLst>
          </p:cNvPr>
          <p:cNvSpPr>
            <a:spLocks noGrp="1"/>
          </p:cNvSpPr>
          <p:nvPr/>
        </p:nvSpPr>
        <p:spPr>
          <a:xfrm>
            <a:off x="4686300" y="3162300"/>
            <a:ext cx="26479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очки на зачётный турнир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C1ABF280-332C-49C0-98A9-F84BAF111254}"/>
              </a:ext>
            </a:extLst>
          </p:cNvPr>
          <p:cNvSpPr>
            <a:spLocks noGrp="1"/>
          </p:cNvSpPr>
          <p:nvPr/>
        </p:nvSpPr>
        <p:spPr>
          <a:xfrm>
            <a:off x="8096250" y="2476500"/>
            <a:ext cx="310515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82FA3253-4255-428B-BC8B-4590696BBE03}"/>
              </a:ext>
            </a:extLst>
          </p:cNvPr>
          <p:cNvSpPr>
            <a:spLocks noGrp="1"/>
          </p:cNvSpPr>
          <p:nvPr/>
        </p:nvSpPr>
        <p:spPr>
          <a:xfrm>
            <a:off x="8324850" y="2705100"/>
            <a:ext cx="26479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ELO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75D85A5-3F5A-405D-8DFD-3EF924EC6937}"/>
              </a:ext>
            </a:extLst>
          </p:cNvPr>
          <p:cNvSpPr>
            <a:spLocks noGrp="1"/>
          </p:cNvSpPr>
          <p:nvPr/>
        </p:nvSpPr>
        <p:spPr>
          <a:xfrm>
            <a:off x="8324850" y="3162300"/>
            <a:ext cx="26479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динамическая сила игрока</a:t>
            </a: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7FBAB5F4-4E1C-4E86-AA29-5C010F9F5D72}"/>
              </a:ext>
            </a:extLst>
          </p:cNvPr>
          <p:cNvSpPr>
            <a:spLocks noGrp="1"/>
          </p:cNvSpPr>
          <p:nvPr/>
        </p:nvSpPr>
        <p:spPr>
          <a:xfrm>
            <a:off x="819150" y="3857625"/>
            <a:ext cx="310515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62011EA-0C13-424A-B9BC-F94021E63B6B}"/>
              </a:ext>
            </a:extLst>
          </p:cNvPr>
          <p:cNvSpPr>
            <a:spLocks noGrp="1"/>
          </p:cNvSpPr>
          <p:nvPr/>
        </p:nvSpPr>
        <p:spPr>
          <a:xfrm>
            <a:off x="1047750" y="4086225"/>
            <a:ext cx="26479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История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B92D71D9-7C89-446C-83EE-E63E0E1F7C2C}"/>
              </a:ext>
            </a:extLst>
          </p:cNvPr>
          <p:cNvSpPr>
            <a:spLocks noGrp="1"/>
          </p:cNvSpPr>
          <p:nvPr/>
        </p:nvSpPr>
        <p:spPr>
          <a:xfrm>
            <a:off x="1047750" y="4543425"/>
            <a:ext cx="26479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опыт, winrate, личные встречи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241911-64EE-4BF3-988D-D96DF3EB400C}"/>
              </a:ext>
            </a:extLst>
          </p:cNvPr>
          <p:cNvSpPr>
            <a:spLocks noGrp="1"/>
          </p:cNvSpPr>
          <p:nvPr/>
        </p:nvSpPr>
        <p:spPr>
          <a:xfrm>
            <a:off x="4457700" y="3857625"/>
            <a:ext cx="310515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9C3F759-DA30-4DC9-BEE7-397F32DD3B19}"/>
              </a:ext>
            </a:extLst>
          </p:cNvPr>
          <p:cNvSpPr>
            <a:spLocks noGrp="1"/>
          </p:cNvSpPr>
          <p:nvPr/>
        </p:nvSpPr>
        <p:spPr>
          <a:xfrm>
            <a:off x="4686300" y="4086225"/>
            <a:ext cx="26479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Недавность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63953E8-195B-41A1-A1DD-8C6234D834B7}"/>
              </a:ext>
            </a:extLst>
          </p:cNvPr>
          <p:cNvSpPr>
            <a:spLocks noGrp="1"/>
          </p:cNvSpPr>
          <p:nvPr/>
        </p:nvSpPr>
        <p:spPr>
          <a:xfrm>
            <a:off x="4686300" y="4543425"/>
            <a:ext cx="26479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отдых и форма 5/10 матчей</a:t>
            </a:r>
          </a:p>
        </p:txBody>
      </p:sp>
      <p:sp>
        <p:nvSpPr>
          <p:cNvPr id="22" name="Прямоугольник: скругленные углы 21">
            <a:extLst>
              <a:ext uri="{FF2B5EF4-FFF2-40B4-BE49-F238E27FC236}">
                <a16:creationId xmlns:a16="http://schemas.microsoft.com/office/drawing/2014/main" id="{4D76EBEC-0835-4395-9A34-1DBFC2FDA308}"/>
              </a:ext>
            </a:extLst>
          </p:cNvPr>
          <p:cNvSpPr>
            <a:spLocks noGrp="1"/>
          </p:cNvSpPr>
          <p:nvPr/>
        </p:nvSpPr>
        <p:spPr>
          <a:xfrm>
            <a:off x="8096250" y="3857625"/>
            <a:ext cx="310515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92DFFE6-A640-43EE-98F8-3788AA408A5F}"/>
              </a:ext>
            </a:extLst>
          </p:cNvPr>
          <p:cNvSpPr>
            <a:spLocks noGrp="1"/>
          </p:cNvSpPr>
          <p:nvPr/>
        </p:nvSpPr>
        <p:spPr>
          <a:xfrm>
            <a:off x="8324850" y="4086225"/>
            <a:ext cx="26479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Сила календаря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F507B07C-4AE9-4CA6-9ED0-5B1E07E4EC6D}"/>
              </a:ext>
            </a:extLst>
          </p:cNvPr>
          <p:cNvSpPr>
            <a:spLocks noGrp="1"/>
          </p:cNvSpPr>
          <p:nvPr/>
        </p:nvSpPr>
        <p:spPr>
          <a:xfrm>
            <a:off x="8324850" y="4543425"/>
            <a:ext cx="26479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ELO предыдущих соперников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537185F-29C7-4598-845C-630E80427D3D}"/>
              </a:ext>
            </a:extLst>
          </p:cNvPr>
          <p:cNvSpPr>
            <a:spLocks noGrp="1"/>
          </p:cNvSpPr>
          <p:nvPr/>
        </p:nvSpPr>
        <p:spPr>
          <a:xfrm>
            <a:off x="1657350" y="5476875"/>
            <a:ext cx="8096250" cy="4191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936D"/>
                </a:solidFill>
              </a:defRPr>
            </a:pPr>
            <a:r>
              <a:rPr sz="1800" b="1">
                <a:solidFill>
                  <a:srgbClr val="15936D"/>
                </a:solidFill>
              </a:rPr>
              <a:t>Порядок расчета: сначала признаки → затем результат матча обновляет историю.</a:t>
            </a:r>
          </a:p>
        </p:txBody>
      </p:sp>
    </p:spTree>
    <p:extLst>
      <p:ext uri="{BB962C8B-B14F-4D97-AF65-F5344CB8AC3E}">
        <p14:creationId xmlns:p14="http://schemas.microsoft.com/office/powerpoint/2010/main" val="2236903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25CBC30-B495-4687-A601-DC3C0641E0E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5720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06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1C17837-9D60-4052-BFBE-915431342F02}"/>
              </a:ext>
            </a:extLst>
          </p:cNvPr>
          <p:cNvSpPr>
            <a:spLocks noGrp="1"/>
          </p:cNvSpPr>
          <p:nvPr/>
        </p:nvSpPr>
        <p:spPr>
          <a:xfrm>
            <a:off x="1219200" y="523875"/>
            <a:ext cx="10287000" cy="19050"/>
          </a:xfrm>
          <a:prstGeom prst="rect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4FC6C11-0713-41AD-A9DD-D34E0E0C7BA2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8001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Обучение и time split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4DD36F0-44A4-46D8-8254-DAF22BB5F7E4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72390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Тест имитирует прогнозирование будущих матчей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7D31438-E79B-4DB6-84F5-B647EC632893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3429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56BF5D5-0699-46B2-AB19-3E9BC3A0521C}"/>
              </a:ext>
            </a:extLst>
          </p:cNvPr>
          <p:cNvSpPr>
            <a:spLocks noGrp="1"/>
          </p:cNvSpPr>
          <p:nvPr/>
        </p:nvSpPr>
        <p:spPr>
          <a:xfrm>
            <a:off x="7334250" y="6419850"/>
            <a:ext cx="4191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6F759C2E-CF59-4022-8511-868BB4F81BD3}"/>
              </a:ext>
            </a:extLst>
          </p:cNvPr>
          <p:cNvSpPr>
            <a:spLocks noGrp="1"/>
          </p:cNvSpPr>
          <p:nvPr/>
        </p:nvSpPr>
        <p:spPr>
          <a:xfrm>
            <a:off x="990600" y="2800350"/>
            <a:ext cx="6858000" cy="609600"/>
          </a:xfrm>
          <a:prstGeom prst="roundRect">
            <a:avLst>
              <a:gd name="adj" fmla="val 12000"/>
            </a:avLst>
          </a:prstGeom>
          <a:solidFill>
            <a:srgbClr val="EAF7F1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6CC0A20B-E3B3-43E3-9649-DC37FB97DA3F}"/>
              </a:ext>
            </a:extLst>
          </p:cNvPr>
          <p:cNvSpPr>
            <a:spLocks noGrp="1"/>
          </p:cNvSpPr>
          <p:nvPr/>
        </p:nvSpPr>
        <p:spPr>
          <a:xfrm>
            <a:off x="7848600" y="2800350"/>
            <a:ext cx="2667000" cy="609600"/>
          </a:xfrm>
          <a:prstGeom prst="roundRect">
            <a:avLst>
              <a:gd name="adj" fmla="val 12000"/>
            </a:avLst>
          </a:prstGeom>
          <a:solidFill>
            <a:srgbClr val="FDEFD4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D2072B3-88AA-4F05-9F85-FBE195F6E7C1}"/>
              </a:ext>
            </a:extLst>
          </p:cNvPr>
          <p:cNvSpPr>
            <a:spLocks noGrp="1"/>
          </p:cNvSpPr>
          <p:nvPr/>
        </p:nvSpPr>
        <p:spPr>
          <a:xfrm>
            <a:off x="1285875" y="2990850"/>
            <a:ext cx="2857500" cy="2667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5936D"/>
                </a:solidFill>
              </a:defRPr>
            </a:pPr>
            <a:r>
              <a:rPr sz="1500" b="1">
                <a:solidFill>
                  <a:srgbClr val="15936D"/>
                </a:solidFill>
              </a:rPr>
              <a:t>TRAIN: 6 326 матчей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1C0D0B3-EEEA-433C-A034-B953D9B02333}"/>
              </a:ext>
            </a:extLst>
          </p:cNvPr>
          <p:cNvSpPr>
            <a:spLocks noGrp="1"/>
          </p:cNvSpPr>
          <p:nvPr/>
        </p:nvSpPr>
        <p:spPr>
          <a:xfrm>
            <a:off x="8077200" y="2990850"/>
            <a:ext cx="2190750" cy="2667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9A6A00"/>
                </a:solidFill>
              </a:defRPr>
            </a:pPr>
            <a:r>
              <a:rPr sz="1500" b="1">
                <a:solidFill>
                  <a:srgbClr val="9A6A00"/>
                </a:solidFill>
              </a:rPr>
              <a:t>TEST: 1 233 матча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9C1B958-0D61-4005-B67B-E5AF3631A0A0}"/>
              </a:ext>
            </a:extLst>
          </p:cNvPr>
          <p:cNvSpPr>
            <a:spLocks noGrp="1"/>
          </p:cNvSpPr>
          <p:nvPr/>
        </p:nvSpPr>
        <p:spPr>
          <a:xfrm>
            <a:off x="990600" y="3524250"/>
            <a:ext cx="13335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02.03.2025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4B82AF4-FF10-4175-811A-4C480BED79FB}"/>
              </a:ext>
            </a:extLst>
          </p:cNvPr>
          <p:cNvSpPr>
            <a:spLocks noGrp="1"/>
          </p:cNvSpPr>
          <p:nvPr/>
        </p:nvSpPr>
        <p:spPr>
          <a:xfrm>
            <a:off x="7448550" y="3524250"/>
            <a:ext cx="13335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11.02.2026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1C73828-1144-4E12-9704-EB261C5262DC}"/>
              </a:ext>
            </a:extLst>
          </p:cNvPr>
          <p:cNvSpPr>
            <a:spLocks noGrp="1"/>
          </p:cNvSpPr>
          <p:nvPr/>
        </p:nvSpPr>
        <p:spPr>
          <a:xfrm>
            <a:off x="9620250" y="3524250"/>
            <a:ext cx="13335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11.05.2026</a:t>
            </a:r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51A531B1-F525-4FB9-918C-F5042E391F2B}"/>
              </a:ext>
            </a:extLst>
          </p:cNvPr>
          <p:cNvSpPr>
            <a:spLocks noGrp="1"/>
          </p:cNvSpPr>
          <p:nvPr/>
        </p:nvSpPr>
        <p:spPr>
          <a:xfrm>
            <a:off x="990600" y="4362450"/>
            <a:ext cx="95250" cy="95250"/>
          </a:xfrm>
          <a:prstGeom prst="ellipse">
            <a:avLst/>
          </a:prstGeom>
          <a:solidFill>
            <a:srgbClr val="4BD0A0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6DB3BC6-5360-40F2-9C53-40043D7502E6}"/>
              </a:ext>
            </a:extLst>
          </p:cNvPr>
          <p:cNvSpPr>
            <a:spLocks noGrp="1"/>
          </p:cNvSpPr>
          <p:nvPr/>
        </p:nvSpPr>
        <p:spPr>
          <a:xfrm>
            <a:off x="1219200" y="4286250"/>
            <a:ext cx="8858250" cy="4953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Случайное перемешивание не используется: оно слишком оптимистично для временных данных.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9F4A3445-6640-4E48-B172-5B20D07C9DFE}"/>
              </a:ext>
            </a:extLst>
          </p:cNvPr>
          <p:cNvSpPr>
            <a:spLocks noGrp="1"/>
          </p:cNvSpPr>
          <p:nvPr/>
        </p:nvSpPr>
        <p:spPr>
          <a:xfrm>
            <a:off x="990600" y="4933950"/>
            <a:ext cx="95250" cy="95250"/>
          </a:xfrm>
          <a:prstGeom prst="ellipse">
            <a:avLst/>
          </a:prstGeom>
          <a:solidFill>
            <a:srgbClr val="3157A4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40B6410-9A4E-4BF4-9659-C62840E3BE61}"/>
              </a:ext>
            </a:extLst>
          </p:cNvPr>
          <p:cNvSpPr>
            <a:spLocks noGrp="1"/>
          </p:cNvSpPr>
          <p:nvPr/>
        </p:nvSpPr>
        <p:spPr>
          <a:xfrm>
            <a:off x="1219200" y="4857750"/>
            <a:ext cx="8858250" cy="4953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Сравнивались однофакторные ориентиры, baseline rating + ELO и три основные ML-модели.</a:t>
            </a:r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4B05D4AF-B39A-46CC-9C6D-B134ED40CC3C}"/>
              </a:ext>
            </a:extLst>
          </p:cNvPr>
          <p:cNvSpPr>
            <a:spLocks noGrp="1"/>
          </p:cNvSpPr>
          <p:nvPr/>
        </p:nvSpPr>
        <p:spPr>
          <a:xfrm>
            <a:off x="990600" y="5505450"/>
            <a:ext cx="95250" cy="95250"/>
          </a:xfrm>
          <a:prstGeom prst="ellipse">
            <a:avLst/>
          </a:prstGeom>
          <a:solidFill>
            <a:srgbClr val="F2C94C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A2ECFF7-FEFA-47F9-B24A-C19F70CF0C76}"/>
              </a:ext>
            </a:extLst>
          </p:cNvPr>
          <p:cNvSpPr>
            <a:spLocks noGrp="1"/>
          </p:cNvSpPr>
          <p:nvPr/>
        </p:nvSpPr>
        <p:spPr>
          <a:xfrm>
            <a:off x="1219200" y="5429250"/>
            <a:ext cx="8858250" cy="4953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Для пользовательских прогнозов обучается отдельная production-модель на всех доступных данных.</a:t>
            </a:r>
          </a:p>
        </p:txBody>
      </p:sp>
    </p:spTree>
    <p:extLst>
      <p:ext uri="{BB962C8B-B14F-4D97-AF65-F5344CB8AC3E}">
        <p14:creationId xmlns:p14="http://schemas.microsoft.com/office/powerpoint/2010/main" val="630123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FE35461-8DF6-FD0C-7BC0-D05872045F3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5"/>
          </a:solidFill>
          <a:ln w="2540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8CD2A6-8643-A2F9-0825-CBB137AEEE9B}"/>
              </a:ext>
            </a:extLst>
          </p:cNvPr>
          <p:cNvSpPr txBox="1"/>
          <p:nvPr/>
        </p:nvSpPr>
        <p:spPr>
          <a:xfrm>
            <a:off x="685800" y="400050"/>
            <a:ext cx="4572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ru-RU" sz="1300" b="1">
                <a:solidFill>
                  <a:srgbClr val="15936D"/>
                </a:solidFill>
                <a:latin typeface="Lato" panose="020F0502020204030203" pitchFamily="34" charset="0"/>
              </a:rPr>
              <a:t>07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83DC34F4-047F-7034-2810-060E8AD7A583}"/>
              </a:ext>
            </a:extLst>
          </p:cNvPr>
          <p:cNvCxnSpPr/>
          <p:nvPr/>
        </p:nvCxnSpPr>
        <p:spPr>
          <a:xfrm>
            <a:off x="1219200" y="533400"/>
            <a:ext cx="10287000" cy="0"/>
          </a:xfrm>
          <a:prstGeom prst="line">
            <a:avLst/>
          </a:prstGeom>
          <a:ln w="12700">
            <a:solidFill>
              <a:srgbClr val="DCE2D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6D52AA5-E3C2-92F7-40E6-AA811E7332CC}"/>
              </a:ext>
            </a:extLst>
          </p:cNvPr>
          <p:cNvSpPr txBox="1"/>
          <p:nvPr/>
        </p:nvSpPr>
        <p:spPr>
          <a:xfrm>
            <a:off x="685800" y="819150"/>
            <a:ext cx="7239000" cy="49244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ru-RU" sz="3200" b="1">
                <a:solidFill>
                  <a:srgbClr val="141414"/>
                </a:solidFill>
              </a:rPr>
              <a:t>Итоговые метрики модели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6D384C-7421-1BF0-8B2F-1DE2027830B3}"/>
              </a:ext>
            </a:extLst>
          </p:cNvPr>
          <p:cNvSpPr txBox="1"/>
          <p:nvPr/>
        </p:nvSpPr>
        <p:spPr>
          <a:xfrm>
            <a:off x="704850" y="1428750"/>
            <a:ext cx="78105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ru-RU" sz="1400">
                <a:solidFill>
                  <a:srgbClr val="636B64"/>
                </a:solidFill>
                <a:latin typeface="Lato" panose="020F0502020204030203" pitchFamily="34" charset="0"/>
              </a:rPr>
              <a:t>Качество проверено на временном test-периоде: последние 3 месяца матчей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33C0B077-BB73-7482-E307-A64EA640DDF3}"/>
              </a:ext>
            </a:extLst>
          </p:cNvPr>
          <p:cNvSpPr/>
          <p:nvPr/>
        </p:nvSpPr>
        <p:spPr>
          <a:xfrm>
            <a:off x="723900" y="2114550"/>
            <a:ext cx="1476375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2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AC63E2-A836-E3CC-02CF-13F9F78D314A}"/>
              </a:ext>
            </a:extLst>
          </p:cNvPr>
          <p:cNvSpPr txBox="1"/>
          <p:nvPr/>
        </p:nvSpPr>
        <p:spPr>
          <a:xfrm>
            <a:off x="866775" y="2276475"/>
            <a:ext cx="1190625" cy="3847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ru-RU" sz="2500" b="1">
                <a:solidFill>
                  <a:srgbClr val="141414"/>
                </a:solidFill>
              </a:rPr>
              <a:t>0.4557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CA2CC3-005E-F389-C5D6-C3FD33FA062B}"/>
              </a:ext>
            </a:extLst>
          </p:cNvPr>
          <p:cNvSpPr txBox="1"/>
          <p:nvPr/>
        </p:nvSpPr>
        <p:spPr>
          <a:xfrm>
            <a:off x="857250" y="2667000"/>
            <a:ext cx="1209675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000">
                <a:solidFill>
                  <a:srgbClr val="636B64"/>
                </a:solidFill>
                <a:latin typeface="Lato" panose="020F0502020204030203" pitchFamily="34" charset="0"/>
              </a:rPr>
              <a:t>LogLoss </a:t>
            </a:r>
            <a:r>
              <a:rPr lang="ru-RU" sz="1000">
                <a:solidFill>
                  <a:srgbClr val="636B64"/>
                </a:solidFill>
                <a:latin typeface="Lato" panose="020F0502020204030203" pitchFamily="34" charset="0"/>
              </a:rPr>
              <a:t>итоговой </a:t>
            </a:r>
            <a:r>
              <a:rPr lang="en-US" sz="1000">
                <a:solidFill>
                  <a:srgbClr val="636B64"/>
                </a:solidFill>
                <a:latin typeface="Lato" panose="020F0502020204030203" pitchFamily="34" charset="0"/>
              </a:rPr>
              <a:t>GBM</a:t>
            </a:r>
            <a:endParaRPr lang="ru-RU" sz="1000">
              <a:solidFill>
                <a:srgbClr val="636B64"/>
              </a:solidFill>
              <a:latin typeface="Lato" panose="020F0502020204030203" pitchFamily="34" charset="0"/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62AC498B-BCEA-77DA-08B3-CF1F1E1FD0C6}"/>
              </a:ext>
            </a:extLst>
          </p:cNvPr>
          <p:cNvSpPr/>
          <p:nvPr/>
        </p:nvSpPr>
        <p:spPr>
          <a:xfrm>
            <a:off x="2362200" y="2114550"/>
            <a:ext cx="1476375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2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BB0143-007C-5CDB-5279-73512E0E083A}"/>
              </a:ext>
            </a:extLst>
          </p:cNvPr>
          <p:cNvSpPr txBox="1"/>
          <p:nvPr/>
        </p:nvSpPr>
        <p:spPr>
          <a:xfrm>
            <a:off x="2505075" y="2276475"/>
            <a:ext cx="1190625" cy="3847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ru-RU" sz="2500" b="1">
                <a:solidFill>
                  <a:srgbClr val="141414"/>
                </a:solidFill>
              </a:rPr>
              <a:t>0.8658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B8A376-5FBA-31C3-3E11-27AEA4FF0591}"/>
              </a:ext>
            </a:extLst>
          </p:cNvPr>
          <p:cNvSpPr txBox="1"/>
          <p:nvPr/>
        </p:nvSpPr>
        <p:spPr>
          <a:xfrm>
            <a:off x="2495550" y="2667000"/>
            <a:ext cx="1209675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000">
                <a:solidFill>
                  <a:srgbClr val="636B64"/>
                </a:solidFill>
                <a:latin typeface="Lato" panose="020F0502020204030203" pitchFamily="34" charset="0"/>
              </a:rPr>
              <a:t>ROC-AUC</a:t>
            </a:r>
            <a:endParaRPr lang="ru-RU" sz="1000">
              <a:solidFill>
                <a:srgbClr val="636B64"/>
              </a:solidFill>
              <a:latin typeface="Lato" panose="020F0502020204030203" pitchFamily="34" charset="0"/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B348DE8C-37A3-E020-7C3F-733804621D5F}"/>
              </a:ext>
            </a:extLst>
          </p:cNvPr>
          <p:cNvSpPr/>
          <p:nvPr/>
        </p:nvSpPr>
        <p:spPr>
          <a:xfrm>
            <a:off x="4000500" y="2114550"/>
            <a:ext cx="1476375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2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63481F-0CF4-85DC-A025-53FD4C266A74}"/>
              </a:ext>
            </a:extLst>
          </p:cNvPr>
          <p:cNvSpPr txBox="1"/>
          <p:nvPr/>
        </p:nvSpPr>
        <p:spPr>
          <a:xfrm>
            <a:off x="4143375" y="2276475"/>
            <a:ext cx="1190625" cy="3847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ru-RU" sz="2500" b="1">
                <a:solidFill>
                  <a:srgbClr val="141414"/>
                </a:solidFill>
              </a:rPr>
              <a:t>0.1498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834641-5A62-22AF-05C4-DAC5AE8E6741}"/>
              </a:ext>
            </a:extLst>
          </p:cNvPr>
          <p:cNvSpPr txBox="1"/>
          <p:nvPr/>
        </p:nvSpPr>
        <p:spPr>
          <a:xfrm>
            <a:off x="4133850" y="2667000"/>
            <a:ext cx="1209675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000">
                <a:solidFill>
                  <a:srgbClr val="636B64"/>
                </a:solidFill>
                <a:latin typeface="Lato" panose="020F0502020204030203" pitchFamily="34" charset="0"/>
              </a:rPr>
              <a:t>Brier score</a:t>
            </a:r>
            <a:endParaRPr lang="ru-RU" sz="1000">
              <a:solidFill>
                <a:srgbClr val="636B64"/>
              </a:solidFill>
              <a:latin typeface="Lato" panose="020F0502020204030203" pitchFamily="34" charset="0"/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246E1D73-5AF2-D72F-FA3A-1B863186A27B}"/>
              </a:ext>
            </a:extLst>
          </p:cNvPr>
          <p:cNvSpPr/>
          <p:nvPr/>
        </p:nvSpPr>
        <p:spPr>
          <a:xfrm>
            <a:off x="5638800" y="2114550"/>
            <a:ext cx="1476375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2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C547DD-E4BE-96B6-0B3F-1E3434BE7A0A}"/>
              </a:ext>
            </a:extLst>
          </p:cNvPr>
          <p:cNvSpPr txBox="1"/>
          <p:nvPr/>
        </p:nvSpPr>
        <p:spPr>
          <a:xfrm>
            <a:off x="5781675" y="2276475"/>
            <a:ext cx="1190625" cy="3847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ru-RU" sz="2500" b="1">
                <a:solidFill>
                  <a:srgbClr val="141414"/>
                </a:solidFill>
              </a:rPr>
              <a:t>78.1%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1FBFCA-9801-C5D1-75BD-6809A6972299}"/>
              </a:ext>
            </a:extLst>
          </p:cNvPr>
          <p:cNvSpPr txBox="1"/>
          <p:nvPr/>
        </p:nvSpPr>
        <p:spPr>
          <a:xfrm>
            <a:off x="5772150" y="2667000"/>
            <a:ext cx="1209675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000">
                <a:solidFill>
                  <a:srgbClr val="636B64"/>
                </a:solidFill>
                <a:latin typeface="Lato" panose="020F0502020204030203" pitchFamily="34" charset="0"/>
              </a:rPr>
              <a:t>Accuracy</a:t>
            </a:r>
            <a:endParaRPr lang="ru-RU" sz="1000">
              <a:solidFill>
                <a:srgbClr val="636B64"/>
              </a:solidFill>
              <a:latin typeface="Lato" panose="020F0502020204030203" pitchFamily="34" charset="0"/>
            </a:endParaRP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652E7A25-8AA8-5DD1-2933-34BB8CFA7CB1}"/>
              </a:ext>
            </a:extLst>
          </p:cNvPr>
          <p:cNvSpPr/>
          <p:nvPr/>
        </p:nvSpPr>
        <p:spPr>
          <a:xfrm>
            <a:off x="7277100" y="2114550"/>
            <a:ext cx="1476375" cy="914400"/>
          </a:xfrm>
          <a:prstGeom prst="roundRect">
            <a:avLst/>
          </a:prstGeom>
          <a:solidFill>
            <a:srgbClr val="EAF7F1"/>
          </a:solidFill>
          <a:ln w="9525">
            <a:solidFill>
              <a:srgbClr val="DCE2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E1EEF3-0EA8-A8C4-E120-DD3D7B910889}"/>
              </a:ext>
            </a:extLst>
          </p:cNvPr>
          <p:cNvSpPr txBox="1"/>
          <p:nvPr/>
        </p:nvSpPr>
        <p:spPr>
          <a:xfrm>
            <a:off x="7419975" y="2276475"/>
            <a:ext cx="1190625" cy="3847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ru-RU" sz="2500" b="1">
                <a:solidFill>
                  <a:srgbClr val="141414"/>
                </a:solidFill>
              </a:rPr>
              <a:t>-7.8%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09B2D5-B248-D2F2-ADD9-C712A0DC43F1}"/>
              </a:ext>
            </a:extLst>
          </p:cNvPr>
          <p:cNvSpPr txBox="1"/>
          <p:nvPr/>
        </p:nvSpPr>
        <p:spPr>
          <a:xfrm>
            <a:off x="7410450" y="2667000"/>
            <a:ext cx="1209675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000">
                <a:solidFill>
                  <a:srgbClr val="636B64"/>
                </a:solidFill>
                <a:latin typeface="Lato" panose="020F0502020204030203" pitchFamily="34" charset="0"/>
              </a:rPr>
              <a:t>LogLoss </a:t>
            </a:r>
            <a:r>
              <a:rPr lang="ru-RU" sz="1000">
                <a:solidFill>
                  <a:srgbClr val="636B64"/>
                </a:solidFill>
                <a:latin typeface="Lato" panose="020F0502020204030203" pitchFamily="34" charset="0"/>
              </a:rPr>
              <a:t>к </a:t>
            </a:r>
            <a:r>
              <a:rPr lang="en-US" sz="1000">
                <a:solidFill>
                  <a:srgbClr val="636B64"/>
                </a:solidFill>
                <a:latin typeface="Lato" panose="020F0502020204030203" pitchFamily="34" charset="0"/>
              </a:rPr>
              <a:t>baseline</a:t>
            </a:r>
            <a:endParaRPr lang="ru-RU" sz="1000">
              <a:solidFill>
                <a:srgbClr val="636B64"/>
              </a:solidFill>
              <a:latin typeface="Lato" panose="020F0502020204030203" pitchFamily="34" charset="0"/>
            </a:endParaRPr>
          </a:p>
        </p:txBody>
      </p:sp>
      <p:sp>
        <p:nvSpPr>
          <p:cNvPr id="52" name="Прямоугольник: скругленные углы 51">
            <a:extLst>
              <a:ext uri="{FF2B5EF4-FFF2-40B4-BE49-F238E27FC236}">
                <a16:creationId xmlns:a16="http://schemas.microsoft.com/office/drawing/2014/main" id="{6968F7AC-A92A-40AD-26B1-5EFBE321D3D4}"/>
              </a:ext>
            </a:extLst>
          </p:cNvPr>
          <p:cNvSpPr/>
          <p:nvPr/>
        </p:nvSpPr>
        <p:spPr>
          <a:xfrm>
            <a:off x="8915400" y="2114550"/>
            <a:ext cx="1476375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2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484B29-8738-9F18-6E61-93514600B6C1}"/>
              </a:ext>
            </a:extLst>
          </p:cNvPr>
          <p:cNvSpPr txBox="1"/>
          <p:nvPr/>
        </p:nvSpPr>
        <p:spPr>
          <a:xfrm>
            <a:off x="9058275" y="2276475"/>
            <a:ext cx="1190625" cy="3847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ru-RU" sz="2500" b="1">
                <a:solidFill>
                  <a:srgbClr val="141414"/>
                </a:solidFill>
              </a:rPr>
              <a:t>1 233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DABF44-E1B9-C6E9-C945-69C6610647EF}"/>
              </a:ext>
            </a:extLst>
          </p:cNvPr>
          <p:cNvSpPr txBox="1"/>
          <p:nvPr/>
        </p:nvSpPr>
        <p:spPr>
          <a:xfrm>
            <a:off x="9048750" y="2667000"/>
            <a:ext cx="1209675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ru-RU" sz="1000">
                <a:solidFill>
                  <a:srgbClr val="636B64"/>
                </a:solidFill>
                <a:latin typeface="Lato" panose="020F0502020204030203" pitchFamily="34" charset="0"/>
              </a:rPr>
              <a:t>матча в </a:t>
            </a:r>
            <a:r>
              <a:rPr lang="en-US" sz="1000">
                <a:solidFill>
                  <a:srgbClr val="636B64"/>
                </a:solidFill>
                <a:latin typeface="Lato" panose="020F0502020204030203" pitchFamily="34" charset="0"/>
              </a:rPr>
              <a:t>test</a:t>
            </a:r>
            <a:endParaRPr lang="ru-RU" sz="1000">
              <a:solidFill>
                <a:srgbClr val="636B64"/>
              </a:solidFill>
              <a:latin typeface="Lato" panose="020F0502020204030203" pitchFamily="34" charset="0"/>
            </a:endParaRPr>
          </a:p>
        </p:txBody>
      </p:sp>
      <p:graphicFrame>
        <p:nvGraphicFramePr>
          <p:cNvPr id="55" name="Таблица 54">
            <a:extLst>
              <a:ext uri="{FF2B5EF4-FFF2-40B4-BE49-F238E27FC236}">
                <a16:creationId xmlns:a16="http://schemas.microsoft.com/office/drawing/2014/main" id="{28F3832E-4E0B-DED0-36F6-7668EDBC9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7680509"/>
              </p:ext>
            </p:extLst>
          </p:nvPr>
        </p:nvGraphicFramePr>
        <p:xfrm>
          <a:off x="723900" y="3448050"/>
          <a:ext cx="7239000" cy="1790700"/>
        </p:xfrm>
        <a:graphic>
          <a:graphicData uri="http://schemas.openxmlformats.org/drawingml/2006/table">
            <a:tbl>
              <a:tblPr firstRow="1" bandRow="1">
                <a:tableStyleId>{F12479AA-1188-46D5-84F2-6A872CF9E262}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4290439679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921014159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26233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96443455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721592362"/>
                    </a:ext>
                  </a:extLst>
                </a:gridCol>
              </a:tblGrid>
              <a:tr h="35814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rgbClr val="FFFFFF"/>
                          </a:solidFill>
                          <a:latin typeface="Lato" panose="020F0502020204030203" pitchFamily="34" charset="0"/>
                        </a:rPr>
                        <a:t>Модель</a:t>
                      </a:r>
                    </a:p>
                  </a:txBody>
                  <a:tcPr marL="76200" marR="76200">
                    <a:solidFill>
                      <a:srgbClr val="202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>
                          <a:solidFill>
                            <a:srgbClr val="FFFFFF"/>
                          </a:solidFill>
                          <a:latin typeface="Lato" panose="020F0502020204030203" pitchFamily="34" charset="0"/>
                        </a:rPr>
                        <a:t>LogLoss</a:t>
                      </a:r>
                      <a:endParaRPr lang="ru-RU" sz="1000" b="1">
                        <a:solidFill>
                          <a:srgbClr val="FFFFFF"/>
                        </a:solidFill>
                        <a:latin typeface="Lato" panose="020F0502020204030203" pitchFamily="34" charset="0"/>
                      </a:endParaRPr>
                    </a:p>
                  </a:txBody>
                  <a:tcPr marL="76200" marR="76200">
                    <a:solidFill>
                      <a:srgbClr val="202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>
                          <a:solidFill>
                            <a:srgbClr val="FFFFFF"/>
                          </a:solidFill>
                          <a:latin typeface="Lato" panose="020F0502020204030203" pitchFamily="34" charset="0"/>
                        </a:rPr>
                        <a:t>Brier</a:t>
                      </a:r>
                      <a:endParaRPr lang="ru-RU" sz="1000" b="1">
                        <a:solidFill>
                          <a:srgbClr val="FFFFFF"/>
                        </a:solidFill>
                        <a:latin typeface="Lato" panose="020F0502020204030203" pitchFamily="34" charset="0"/>
                      </a:endParaRPr>
                    </a:p>
                  </a:txBody>
                  <a:tcPr marL="76200" marR="76200">
                    <a:solidFill>
                      <a:srgbClr val="202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>
                          <a:solidFill>
                            <a:srgbClr val="FFFFFF"/>
                          </a:solidFill>
                          <a:latin typeface="Lato" panose="020F0502020204030203" pitchFamily="34" charset="0"/>
                        </a:rPr>
                        <a:t>ROC-AUC</a:t>
                      </a:r>
                      <a:endParaRPr lang="ru-RU" sz="1000" b="1">
                        <a:solidFill>
                          <a:srgbClr val="FFFFFF"/>
                        </a:solidFill>
                        <a:latin typeface="Lato" panose="020F0502020204030203" pitchFamily="34" charset="0"/>
                      </a:endParaRPr>
                    </a:p>
                  </a:txBody>
                  <a:tcPr marL="76200" marR="76200">
                    <a:solidFill>
                      <a:srgbClr val="202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>
                          <a:solidFill>
                            <a:srgbClr val="FFFFFF"/>
                          </a:solidFill>
                          <a:latin typeface="Lato" panose="020F0502020204030203" pitchFamily="34" charset="0"/>
                        </a:rPr>
                        <a:t>Accuracy</a:t>
                      </a:r>
                      <a:endParaRPr lang="ru-RU" sz="1000" b="1">
                        <a:solidFill>
                          <a:srgbClr val="FFFFFF"/>
                        </a:solidFill>
                        <a:latin typeface="Lato" panose="020F0502020204030203" pitchFamily="34" charset="0"/>
                      </a:endParaRPr>
                    </a:p>
                  </a:txBody>
                  <a:tcPr marL="76200" marR="76200">
                    <a:solidFill>
                      <a:srgbClr val="2026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1086848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lang="en-US" sz="950" b="1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Gradient Boosting</a:t>
                      </a:r>
                      <a:endParaRPr lang="ru-RU" sz="950" b="1">
                        <a:solidFill>
                          <a:srgbClr val="141414"/>
                        </a:solidFill>
                        <a:latin typeface="Lato" panose="020F0502020204030203" pitchFamily="34" charset="0"/>
                      </a:endParaRPr>
                    </a:p>
                  </a:txBody>
                  <a:tcPr marL="76200" marR="76200"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1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0.4557</a:t>
                      </a:r>
                    </a:p>
                  </a:txBody>
                  <a:tcPr marL="76200" marR="76200"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1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0.1498</a:t>
                      </a:r>
                    </a:p>
                  </a:txBody>
                  <a:tcPr marL="76200" marR="76200"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1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0.8658</a:t>
                      </a:r>
                    </a:p>
                  </a:txBody>
                  <a:tcPr marL="76200" marR="76200"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1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78.1%</a:t>
                      </a:r>
                    </a:p>
                  </a:txBody>
                  <a:tcPr marL="76200" marR="76200">
                    <a:solidFill>
                      <a:srgbClr val="EA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7565206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lang="en-US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CatBoost</a:t>
                      </a:r>
                      <a:endParaRPr lang="ru-RU" sz="950" b="0">
                        <a:solidFill>
                          <a:srgbClr val="141414"/>
                        </a:solidFill>
                        <a:latin typeface="Lato" panose="020F0502020204030203" pitchFamily="34" charset="0"/>
                      </a:endParaRP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0.4561</a:t>
                      </a: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0.1501</a:t>
                      </a: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0.8653</a:t>
                      </a: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78.3%</a:t>
                      </a: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9264537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lang="en-US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Random Forest</a:t>
                      </a:r>
                      <a:endParaRPr lang="ru-RU" sz="950" b="0">
                        <a:solidFill>
                          <a:srgbClr val="141414"/>
                        </a:solidFill>
                        <a:latin typeface="Lato" panose="020F0502020204030203" pitchFamily="34" charset="0"/>
                      </a:endParaRP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0.4621</a:t>
                      </a: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0.1518</a:t>
                      </a: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0.8621</a:t>
                      </a: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77.2%</a:t>
                      </a: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8766765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l"/>
                      <a:r>
                        <a:rPr lang="en-US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Baseline rating + ELO</a:t>
                      </a:r>
                      <a:endParaRPr lang="ru-RU" sz="950" b="0">
                        <a:solidFill>
                          <a:srgbClr val="141414"/>
                        </a:solidFill>
                        <a:latin typeface="Lato" panose="020F0502020204030203" pitchFamily="34" charset="0"/>
                      </a:endParaRP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0.4942</a:t>
                      </a: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0.1635</a:t>
                      </a: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0.8403</a:t>
                      </a: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0">
                          <a:solidFill>
                            <a:srgbClr val="141414"/>
                          </a:solidFill>
                          <a:latin typeface="Lato" panose="020F0502020204030203" pitchFamily="34" charset="0"/>
                        </a:rPr>
                        <a:t>75.8%</a:t>
                      </a:r>
                    </a:p>
                  </a:txBody>
                  <a:tcPr marL="76200" marR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503223"/>
                  </a:ext>
                </a:extLst>
              </a:tr>
            </a:tbl>
          </a:graphicData>
        </a:graphic>
      </p:graphicFrame>
      <p:sp>
        <p:nvSpPr>
          <p:cNvPr id="56" name="Прямоугольник: скругленные углы 55">
            <a:extLst>
              <a:ext uri="{FF2B5EF4-FFF2-40B4-BE49-F238E27FC236}">
                <a16:creationId xmlns:a16="http://schemas.microsoft.com/office/drawing/2014/main" id="{35861F01-EA75-5224-D7C5-E81B0D2F4C46}"/>
              </a:ext>
            </a:extLst>
          </p:cNvPr>
          <p:cNvSpPr/>
          <p:nvPr/>
        </p:nvSpPr>
        <p:spPr>
          <a:xfrm>
            <a:off x="8305800" y="3448050"/>
            <a:ext cx="2857500" cy="17907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2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7852BE8-E9D8-8B27-5652-4EA1BEDFF945}"/>
              </a:ext>
            </a:extLst>
          </p:cNvPr>
          <p:cNvSpPr txBox="1"/>
          <p:nvPr/>
        </p:nvSpPr>
        <p:spPr>
          <a:xfrm>
            <a:off x="8534400" y="3676650"/>
            <a:ext cx="2333625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ru-RU" sz="1700" b="1">
                <a:solidFill>
                  <a:srgbClr val="141414"/>
                </a:solidFill>
              </a:rPr>
              <a:t>Как читать результат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496604E-3F41-FE81-6EE7-9E333B29A2D8}"/>
              </a:ext>
            </a:extLst>
          </p:cNvPr>
          <p:cNvSpPr txBox="1"/>
          <p:nvPr/>
        </p:nvSpPr>
        <p:spPr>
          <a:xfrm>
            <a:off x="8534400" y="4114800"/>
            <a:ext cx="2333625" cy="129266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ru-RU" sz="1050">
                <a:solidFill>
                  <a:srgbClr val="636B64"/>
                </a:solidFill>
                <a:latin typeface="Lato" panose="020F0502020204030203" pitchFamily="34" charset="0"/>
              </a:rPr>
              <a:t>• LogLoss и Brier оценивают качество вероятностей, поэтому они важнее простой Accuracy.
• GBM дает лучший LogLoss и Brier среди основных моделей.
• Прирост к baseline показывает добавленную предиктивную силу признаков.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395411-71F0-854C-DF15-1D3DC7800347}"/>
              </a:ext>
            </a:extLst>
          </p:cNvPr>
          <p:cNvSpPr txBox="1"/>
          <p:nvPr/>
        </p:nvSpPr>
        <p:spPr>
          <a:xfrm>
            <a:off x="1504950" y="5657850"/>
            <a:ext cx="8763000" cy="5539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5936D"/>
                </a:solidFill>
              </a:rPr>
              <a:t>Вывод: итоговая модель не просто угадывает победителя, а заметно улучшает вероятностный прогноз относительно рейтингового baseline.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D4D7B14-2DFC-944B-BF7B-767EF50D124A}"/>
              </a:ext>
            </a:extLst>
          </p:cNvPr>
          <p:cNvSpPr txBox="1"/>
          <p:nvPr/>
        </p:nvSpPr>
        <p:spPr>
          <a:xfrm>
            <a:off x="685800" y="6419850"/>
            <a:ext cx="3429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>
                <a:solidFill>
                  <a:srgbClr val="636B64"/>
                </a:solidFill>
                <a:latin typeface="Lato" panose="020F0502020204030203" pitchFamily="34" charset="0"/>
              </a:rPr>
              <a:t>RTT tennis match predictor</a:t>
            </a:r>
            <a:endParaRPr lang="ru-RU" sz="1000">
              <a:solidFill>
                <a:srgbClr val="636B64"/>
              </a:solidFill>
              <a:latin typeface="Lato" panose="020F0502020204030203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F4BF2B-EC68-DBFE-DE8F-22A8D4633D09}"/>
              </a:ext>
            </a:extLst>
          </p:cNvPr>
          <p:cNvSpPr txBox="1"/>
          <p:nvPr/>
        </p:nvSpPr>
        <p:spPr>
          <a:xfrm>
            <a:off x="7334250" y="6419850"/>
            <a:ext cx="4191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sz="1000">
                <a:solidFill>
                  <a:srgbClr val="636B64"/>
                </a:solidFill>
                <a:latin typeface="Lato" panose="020F0502020204030203" pitchFamily="34" charset="0"/>
              </a:rPr>
              <a:t>github.com/PnL-One/rtt-tennis-match-predictor</a:t>
            </a:r>
            <a:endParaRPr lang="ru-RU" sz="1000">
              <a:solidFill>
                <a:srgbClr val="636B64"/>
              </a:solidFill>
              <a:latin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1909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F4563B5A-AA38-44EE-A659-6253511CA48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5720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08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6DDD894-76C8-42E1-8A90-DBD9B68339D8}"/>
              </a:ext>
            </a:extLst>
          </p:cNvPr>
          <p:cNvSpPr>
            <a:spLocks noGrp="1"/>
          </p:cNvSpPr>
          <p:nvPr/>
        </p:nvSpPr>
        <p:spPr>
          <a:xfrm>
            <a:off x="1219200" y="523875"/>
            <a:ext cx="10287000" cy="19050"/>
          </a:xfrm>
          <a:prstGeom prst="rect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E1612F9-FB58-4703-980A-2D326537BBB0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8001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Панель прогноза конкретного матча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050AC63-FDA2-42C5-9E24-A9F2A9B146A7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72390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Единый пульт: данные, модель, игроки и объяснение результата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65E17BF-ED7D-4BCA-B823-6D7B08786B38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3429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FAA7801-1683-4326-8931-5572FB422A85}"/>
              </a:ext>
            </a:extLst>
          </p:cNvPr>
          <p:cNvSpPr>
            <a:spLocks noGrp="1"/>
          </p:cNvSpPr>
          <p:nvPr/>
        </p:nvSpPr>
        <p:spPr>
          <a:xfrm>
            <a:off x="7334250" y="6419850"/>
            <a:ext cx="4191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241A44F-6423-4EB4-BB14-3DF3CC6386F2}"/>
              </a:ext>
            </a:extLst>
          </p:cNvPr>
          <p:cNvSpPr>
            <a:spLocks noGrp="1"/>
          </p:cNvSpPr>
          <p:nvPr/>
        </p:nvSpPr>
        <p:spPr>
          <a:xfrm>
            <a:off x="781050" y="2428875"/>
            <a:ext cx="5048250" cy="314325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A5362F5-49AB-4AAB-96EF-4FB82DE8DEF2}"/>
              </a:ext>
            </a:extLst>
          </p:cNvPr>
          <p:cNvSpPr>
            <a:spLocks noGrp="1"/>
          </p:cNvSpPr>
          <p:nvPr/>
        </p:nvSpPr>
        <p:spPr>
          <a:xfrm>
            <a:off x="1104900" y="2724150"/>
            <a:ext cx="2095500" cy="3048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41414"/>
                </a:solidFill>
              </a:defRPr>
            </a:pPr>
            <a:r>
              <a:rPr sz="1800" b="1">
                <a:solidFill>
                  <a:srgbClr val="141414"/>
                </a:solidFill>
              </a:rPr>
              <a:t>Прогноз матча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E45B7DE-047A-4908-9D70-DE27FFCF8829}"/>
              </a:ext>
            </a:extLst>
          </p:cNvPr>
          <p:cNvSpPr>
            <a:spLocks noGrp="1"/>
          </p:cNvSpPr>
          <p:nvPr/>
        </p:nvSpPr>
        <p:spPr>
          <a:xfrm>
            <a:off x="1123950" y="3276600"/>
            <a:ext cx="1238250" cy="2667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Игрок A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161630A-FB10-48B8-BDDE-FF22A429B783}"/>
              </a:ext>
            </a:extLst>
          </p:cNvPr>
          <p:cNvSpPr>
            <a:spLocks noGrp="1"/>
          </p:cNvSpPr>
          <p:nvPr/>
        </p:nvSpPr>
        <p:spPr>
          <a:xfrm>
            <a:off x="2476500" y="3276600"/>
            <a:ext cx="2190750" cy="266700"/>
          </a:xfrm>
          <a:prstGeom prst="rect">
            <a:avLst/>
          </a:prstGeom>
          <a:solidFill>
            <a:srgbClr val="EAF7F1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E6CDCF3-FFA5-4442-B7A5-1DB811FE0544}"/>
              </a:ext>
            </a:extLst>
          </p:cNvPr>
          <p:cNvSpPr>
            <a:spLocks noGrp="1"/>
          </p:cNvSpPr>
          <p:nvPr/>
        </p:nvSpPr>
        <p:spPr>
          <a:xfrm>
            <a:off x="1123950" y="3905250"/>
            <a:ext cx="1809750" cy="2667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Вероятность победы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A706C56A-B6D6-42C3-9365-893C7BEA8280}"/>
              </a:ext>
            </a:extLst>
          </p:cNvPr>
          <p:cNvSpPr>
            <a:spLocks noGrp="1"/>
          </p:cNvSpPr>
          <p:nvPr/>
        </p:nvSpPr>
        <p:spPr>
          <a:xfrm>
            <a:off x="1123950" y="4324350"/>
            <a:ext cx="3714750" cy="361950"/>
          </a:xfrm>
          <a:prstGeom prst="roundRect">
            <a:avLst>
              <a:gd name="adj" fmla="val 50000"/>
            </a:avLst>
          </a:prstGeom>
          <a:solidFill>
            <a:srgbClr val="EDEDEB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DB4CB244-32DC-481C-AB2D-42C5A2E66CCF}"/>
              </a:ext>
            </a:extLst>
          </p:cNvPr>
          <p:cNvSpPr>
            <a:spLocks noGrp="1"/>
          </p:cNvSpPr>
          <p:nvPr/>
        </p:nvSpPr>
        <p:spPr>
          <a:xfrm>
            <a:off x="1123950" y="4324350"/>
            <a:ext cx="2400300" cy="361950"/>
          </a:xfrm>
          <a:prstGeom prst="roundRect">
            <a:avLst>
              <a:gd name="adj" fmla="val 50000"/>
            </a:avLst>
          </a:prstGeom>
          <a:solidFill>
            <a:srgbClr val="4BD0A0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418E3AE-2492-441F-8EA4-57F95299634B}"/>
              </a:ext>
            </a:extLst>
          </p:cNvPr>
          <p:cNvSpPr>
            <a:spLocks noGrp="1"/>
          </p:cNvSpPr>
          <p:nvPr/>
        </p:nvSpPr>
        <p:spPr>
          <a:xfrm>
            <a:off x="3667125" y="4333875"/>
            <a:ext cx="8572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41414"/>
                </a:solidFill>
              </a:defRPr>
            </a:pPr>
            <a:r>
              <a:rPr sz="1800" b="1">
                <a:solidFill>
                  <a:srgbClr val="141414"/>
                </a:solidFill>
              </a:rPr>
              <a:t>65%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FEADD788-D36A-457A-A19D-74F626813E87}"/>
              </a:ext>
            </a:extLst>
          </p:cNvPr>
          <p:cNvSpPr>
            <a:spLocks noGrp="1"/>
          </p:cNvSpPr>
          <p:nvPr/>
        </p:nvSpPr>
        <p:spPr>
          <a:xfrm>
            <a:off x="6419850" y="2428875"/>
            <a:ext cx="4286250" cy="990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1789C8BB-4181-48B9-8720-EBB9620565E7}"/>
              </a:ext>
            </a:extLst>
          </p:cNvPr>
          <p:cNvSpPr>
            <a:spLocks noGrp="1"/>
          </p:cNvSpPr>
          <p:nvPr/>
        </p:nvSpPr>
        <p:spPr>
          <a:xfrm>
            <a:off x="6648450" y="2657475"/>
            <a:ext cx="38290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Аналитика игроков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B51E36D5-FC75-451C-B286-20EE08B14A2B}"/>
              </a:ext>
            </a:extLst>
          </p:cNvPr>
          <p:cNvSpPr>
            <a:spLocks noGrp="1"/>
          </p:cNvSpPr>
          <p:nvPr/>
        </p:nvSpPr>
        <p:spPr>
          <a:xfrm>
            <a:off x="6648450" y="3114675"/>
            <a:ext cx="3829050" cy="1143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69571"/>
          </a:bodyPr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рейтинг, очки, ELO, матчи, winrate, форма 5/10, отдых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4B243468-8499-4389-9C3E-8FE12E225910}"/>
              </a:ext>
            </a:extLst>
          </p:cNvPr>
          <p:cNvSpPr>
            <a:spLocks noGrp="1"/>
          </p:cNvSpPr>
          <p:nvPr/>
        </p:nvSpPr>
        <p:spPr>
          <a:xfrm>
            <a:off x="6419850" y="3648075"/>
            <a:ext cx="4286250" cy="990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45A6EE4-DE53-4CF9-89B4-48B51A0A1445}"/>
              </a:ext>
            </a:extLst>
          </p:cNvPr>
          <p:cNvSpPr>
            <a:spLocks noGrp="1"/>
          </p:cNvSpPr>
          <p:nvPr/>
        </p:nvSpPr>
        <p:spPr>
          <a:xfrm>
            <a:off x="6648450" y="3876675"/>
            <a:ext cx="38290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История и графики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292A92F1-8311-45E8-BFF6-F19DA24FF2CA}"/>
              </a:ext>
            </a:extLst>
          </p:cNvPr>
          <p:cNvSpPr>
            <a:spLocks noGrp="1"/>
          </p:cNvSpPr>
          <p:nvPr/>
        </p:nvSpPr>
        <p:spPr>
          <a:xfrm>
            <a:off x="6648450" y="4333875"/>
            <a:ext cx="3829050" cy="1143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69571"/>
          </a:bodyPr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динамика рейтинга, ELO и вероятности во времени</a:t>
            </a: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590C2FF0-0D4D-4468-8B73-F7F1B11A6372}"/>
              </a:ext>
            </a:extLst>
          </p:cNvPr>
          <p:cNvSpPr>
            <a:spLocks noGrp="1"/>
          </p:cNvSpPr>
          <p:nvPr/>
        </p:nvSpPr>
        <p:spPr>
          <a:xfrm>
            <a:off x="6419850" y="4867275"/>
            <a:ext cx="4286250" cy="990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C9E346-F7AE-4EBB-BE72-B32590C31D14}"/>
              </a:ext>
            </a:extLst>
          </p:cNvPr>
          <p:cNvSpPr>
            <a:spLocks noGrp="1"/>
          </p:cNvSpPr>
          <p:nvPr/>
        </p:nvSpPr>
        <p:spPr>
          <a:xfrm>
            <a:off x="6648450" y="5095875"/>
            <a:ext cx="38290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Факторы прогноза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626B4BE-0441-446A-8FE9-6642D0052E27}"/>
              </a:ext>
            </a:extLst>
          </p:cNvPr>
          <p:cNvSpPr>
            <a:spLocks noGrp="1"/>
          </p:cNvSpPr>
          <p:nvPr/>
        </p:nvSpPr>
        <p:spPr>
          <a:xfrm>
            <a:off x="6648450" y="5553075"/>
            <a:ext cx="3829050" cy="1143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69571"/>
          </a:bodyPr>
          <a:lstStyle/>
          <a:p>
            <a:pPr algn="l"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таблица признаков, которые сильнее всего сдвинули вероятность</a:t>
            </a:r>
          </a:p>
        </p:txBody>
      </p:sp>
    </p:spTree>
    <p:extLst>
      <p:ext uri="{BB962C8B-B14F-4D97-AF65-F5344CB8AC3E}">
        <p14:creationId xmlns:p14="http://schemas.microsoft.com/office/powerpoint/2010/main" val="1101767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B3A5FA1-8215-4FCD-A20F-E46FBA8DAC4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5720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09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615183A-3DF5-435E-B1FE-52DD2BFBBE07}"/>
              </a:ext>
            </a:extLst>
          </p:cNvPr>
          <p:cNvSpPr>
            <a:spLocks noGrp="1"/>
          </p:cNvSpPr>
          <p:nvPr/>
        </p:nvSpPr>
        <p:spPr>
          <a:xfrm>
            <a:off x="1219200" y="523875"/>
            <a:ext cx="10287000" cy="19050"/>
          </a:xfrm>
          <a:prstGeom prst="rect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EE677E-7D98-4A72-A62A-EE9E9BAE1523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8001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Практическое применение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F8E9382-4274-40CD-8282-6BF157D15A30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72390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Модель помогает интерпретировать матч, а не заменяет эксперта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162B481-2C21-4F6B-8E07-AC46C3A9C188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3429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D762C46-8810-4FB1-8A85-7CCE5207F2FF}"/>
              </a:ext>
            </a:extLst>
          </p:cNvPr>
          <p:cNvSpPr>
            <a:spLocks noGrp="1"/>
          </p:cNvSpPr>
          <p:nvPr/>
        </p:nvSpPr>
        <p:spPr>
          <a:xfrm>
            <a:off x="7334250" y="6419850"/>
            <a:ext cx="4191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A05301AB-73A7-4F9C-9A44-B89862E68278}"/>
              </a:ext>
            </a:extLst>
          </p:cNvPr>
          <p:cNvSpPr>
            <a:spLocks noGrp="1"/>
          </p:cNvSpPr>
          <p:nvPr/>
        </p:nvSpPr>
        <p:spPr>
          <a:xfrm>
            <a:off x="781050" y="2476500"/>
            <a:ext cx="3238500" cy="15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4A53AAF1-A3B7-4EDF-B8B2-50D80DAC138F}"/>
              </a:ext>
            </a:extLst>
          </p:cNvPr>
          <p:cNvSpPr>
            <a:spLocks noGrp="1"/>
          </p:cNvSpPr>
          <p:nvPr/>
        </p:nvSpPr>
        <p:spPr>
          <a:xfrm>
            <a:off x="990600" y="2705100"/>
            <a:ext cx="323850" cy="323850"/>
          </a:xfrm>
          <a:prstGeom prst="ellipse">
            <a:avLst/>
          </a:prstGeom>
          <a:solidFill>
            <a:srgbClr val="4BD0A0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FADA78A-EDA7-4AC6-903F-9C3771ADBB30}"/>
              </a:ext>
            </a:extLst>
          </p:cNvPr>
          <p:cNvSpPr>
            <a:spLocks noGrp="1"/>
          </p:cNvSpPr>
          <p:nvPr/>
        </p:nvSpPr>
        <p:spPr>
          <a:xfrm>
            <a:off x="990600" y="275272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FF9DC45-8CDA-43DC-9533-6CC1F1FB2C86}"/>
              </a:ext>
            </a:extLst>
          </p:cNvPr>
          <p:cNvSpPr>
            <a:spLocks noGrp="1"/>
          </p:cNvSpPr>
          <p:nvPr/>
        </p:nvSpPr>
        <p:spPr>
          <a:xfrm>
            <a:off x="1447800" y="2705100"/>
            <a:ext cx="23431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Подготовка к матчу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980C6A5-50AF-4F81-AA34-558EE3B6BF14}"/>
              </a:ext>
            </a:extLst>
          </p:cNvPr>
          <p:cNvSpPr>
            <a:spLocks noGrp="1"/>
          </p:cNvSpPr>
          <p:nvPr/>
        </p:nvSpPr>
        <p:spPr>
          <a:xfrm>
            <a:off x="1009650" y="3162300"/>
            <a:ext cx="2781300" cy="6477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оценка относительной силы соперника, формы, отдыха и истории встреч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75C3D85-2E53-4C38-9AB6-9E59314A6F1A}"/>
              </a:ext>
            </a:extLst>
          </p:cNvPr>
          <p:cNvSpPr>
            <a:spLocks noGrp="1"/>
          </p:cNvSpPr>
          <p:nvPr/>
        </p:nvSpPr>
        <p:spPr>
          <a:xfrm>
            <a:off x="4476750" y="2476500"/>
            <a:ext cx="3238500" cy="15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BB46E5D0-16F2-4873-9648-D3016107D3C8}"/>
              </a:ext>
            </a:extLst>
          </p:cNvPr>
          <p:cNvSpPr>
            <a:spLocks noGrp="1"/>
          </p:cNvSpPr>
          <p:nvPr/>
        </p:nvSpPr>
        <p:spPr>
          <a:xfrm>
            <a:off x="4686300" y="2705100"/>
            <a:ext cx="323850" cy="323850"/>
          </a:xfrm>
          <a:prstGeom prst="ellipse">
            <a:avLst/>
          </a:prstGeom>
          <a:solidFill>
            <a:srgbClr val="3157A4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4E822F8-913D-40A8-AB87-D36F9DAD6112}"/>
              </a:ext>
            </a:extLst>
          </p:cNvPr>
          <p:cNvSpPr>
            <a:spLocks noGrp="1"/>
          </p:cNvSpPr>
          <p:nvPr/>
        </p:nvSpPr>
        <p:spPr>
          <a:xfrm>
            <a:off x="4686300" y="275272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D2B701C-E4F4-4F84-8132-52B09308CDC0}"/>
              </a:ext>
            </a:extLst>
          </p:cNvPr>
          <p:cNvSpPr>
            <a:spLocks noGrp="1"/>
          </p:cNvSpPr>
          <p:nvPr/>
        </p:nvSpPr>
        <p:spPr>
          <a:xfrm>
            <a:off x="5143500" y="2705100"/>
            <a:ext cx="23431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91707"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Планирование календаря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296193F-BDDB-489B-B15F-0AB90EBC4BE8}"/>
              </a:ext>
            </a:extLst>
          </p:cNvPr>
          <p:cNvSpPr>
            <a:spLocks noGrp="1"/>
          </p:cNvSpPr>
          <p:nvPr/>
        </p:nvSpPr>
        <p:spPr>
          <a:xfrm>
            <a:off x="4705350" y="3162300"/>
            <a:ext cx="2781300" cy="6477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предварительная оценка сложности турнира и возможной сетки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4F6C6A34-4FB4-4849-A44A-2087FEDB2737}"/>
              </a:ext>
            </a:extLst>
          </p:cNvPr>
          <p:cNvSpPr>
            <a:spLocks noGrp="1"/>
          </p:cNvSpPr>
          <p:nvPr/>
        </p:nvSpPr>
        <p:spPr>
          <a:xfrm>
            <a:off x="8172450" y="2476500"/>
            <a:ext cx="3238500" cy="15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EA9BEB29-6ADF-4899-AB4A-C4899497A602}"/>
              </a:ext>
            </a:extLst>
          </p:cNvPr>
          <p:cNvSpPr>
            <a:spLocks noGrp="1"/>
          </p:cNvSpPr>
          <p:nvPr/>
        </p:nvSpPr>
        <p:spPr>
          <a:xfrm>
            <a:off x="8382000" y="2705100"/>
            <a:ext cx="323850" cy="323850"/>
          </a:xfrm>
          <a:prstGeom prst="ellipse">
            <a:avLst/>
          </a:prstGeom>
          <a:solidFill>
            <a:srgbClr val="F2C94C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EEE390B7-B041-4F09-84E1-17EF49BD4DF7}"/>
              </a:ext>
            </a:extLst>
          </p:cNvPr>
          <p:cNvSpPr>
            <a:spLocks noGrp="1"/>
          </p:cNvSpPr>
          <p:nvPr/>
        </p:nvSpPr>
        <p:spPr>
          <a:xfrm>
            <a:off x="8382000" y="275272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407933E-F96B-48C1-ADB5-3BF89F0A1E11}"/>
              </a:ext>
            </a:extLst>
          </p:cNvPr>
          <p:cNvSpPr>
            <a:spLocks noGrp="1"/>
          </p:cNvSpPr>
          <p:nvPr/>
        </p:nvSpPr>
        <p:spPr>
          <a:xfrm>
            <a:off x="8839200" y="2705100"/>
            <a:ext cx="23431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Мониторинг развития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24878B73-5565-49BA-829B-C51AF8721572}"/>
              </a:ext>
            </a:extLst>
          </p:cNvPr>
          <p:cNvSpPr>
            <a:spLocks noGrp="1"/>
          </p:cNvSpPr>
          <p:nvPr/>
        </p:nvSpPr>
        <p:spPr>
          <a:xfrm>
            <a:off x="8401050" y="3162300"/>
            <a:ext cx="2781300" cy="6477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динамика ELO, рейтинговых очков, места в рейтинге и формы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27D003E-D37C-4697-BE76-76235DE77152}"/>
              </a:ext>
            </a:extLst>
          </p:cNvPr>
          <p:cNvSpPr>
            <a:spLocks noGrp="1"/>
          </p:cNvSpPr>
          <p:nvPr/>
        </p:nvSpPr>
        <p:spPr>
          <a:xfrm>
            <a:off x="1524000" y="4810125"/>
            <a:ext cx="8572500" cy="628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2025" b="1">
                <a:solidFill>
                  <a:srgbClr val="15936D"/>
                </a:solidFill>
              </a:defRPr>
            </a:pPr>
            <a:r>
              <a:rPr sz="2025" b="1">
                <a:solidFill>
                  <a:srgbClr val="15936D"/>
                </a:solidFill>
              </a:rPr>
              <a:t>Наиболее полезный сценарий — аналитика для тренера, игрока или исследователя юниорского тенниса.</a:t>
            </a:r>
          </a:p>
        </p:txBody>
      </p:sp>
    </p:spTree>
    <p:extLst>
      <p:ext uri="{BB962C8B-B14F-4D97-AF65-F5344CB8AC3E}">
        <p14:creationId xmlns:p14="http://schemas.microsoft.com/office/powerpoint/2010/main" val="1629932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6A43E72-AA8B-4DFC-80FE-A6F3AFC0E80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5720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10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6630A29-B96C-45B2-AABC-D9BFA1828163}"/>
              </a:ext>
            </a:extLst>
          </p:cNvPr>
          <p:cNvSpPr>
            <a:spLocks noGrp="1"/>
          </p:cNvSpPr>
          <p:nvPr/>
        </p:nvSpPr>
        <p:spPr>
          <a:xfrm>
            <a:off x="1219200" y="523875"/>
            <a:ext cx="10287000" cy="19050"/>
          </a:xfrm>
          <a:prstGeom prst="rect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F23C131-A28C-45F3-8FFA-620CDCA8A9C4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8001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Ограничения проекта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97C586-F523-4E39-ADEA-CF5F1B4CABC0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72390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Прогноз — вероятностная оценка на основе доступной статистики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42FA12C-6367-492B-9789-7F3A058C5DBC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3429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D2B1EEF-5EF6-4FFC-B889-A070FD120868}"/>
              </a:ext>
            </a:extLst>
          </p:cNvPr>
          <p:cNvSpPr>
            <a:spLocks noGrp="1"/>
          </p:cNvSpPr>
          <p:nvPr/>
        </p:nvSpPr>
        <p:spPr>
          <a:xfrm>
            <a:off x="7334250" y="6419850"/>
            <a:ext cx="4191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E6523750-DCE1-440A-AEF7-BEDE1649647B}"/>
              </a:ext>
            </a:extLst>
          </p:cNvPr>
          <p:cNvSpPr>
            <a:spLocks noGrp="1"/>
          </p:cNvSpPr>
          <p:nvPr/>
        </p:nvSpPr>
        <p:spPr>
          <a:xfrm>
            <a:off x="1066800" y="2609850"/>
            <a:ext cx="95250" cy="95250"/>
          </a:xfrm>
          <a:prstGeom prst="ellipse">
            <a:avLst/>
          </a:prstGeom>
          <a:solidFill>
            <a:srgbClr val="4BD0A0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4289CE-C126-46B2-9AA8-EC6739E21626}"/>
              </a:ext>
            </a:extLst>
          </p:cNvPr>
          <p:cNvSpPr>
            <a:spLocks noGrp="1"/>
          </p:cNvSpPr>
          <p:nvPr/>
        </p:nvSpPr>
        <p:spPr>
          <a:xfrm>
            <a:off x="1295400" y="2533650"/>
            <a:ext cx="8763000" cy="4953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Зависимость от публичных данных РТТ и верстки сайта.</a:t>
            </a: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772D539C-3C69-4501-8753-248E9647A908}"/>
              </a:ext>
            </a:extLst>
          </p:cNvPr>
          <p:cNvSpPr>
            <a:spLocks noGrp="1"/>
          </p:cNvSpPr>
          <p:nvPr/>
        </p:nvSpPr>
        <p:spPr>
          <a:xfrm>
            <a:off x="1066800" y="3181350"/>
            <a:ext cx="95250" cy="95250"/>
          </a:xfrm>
          <a:prstGeom prst="ellipse">
            <a:avLst/>
          </a:prstGeom>
          <a:solidFill>
            <a:srgbClr val="E76F51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E1D77A1-170F-4BDE-AD68-2B9057647CA8}"/>
              </a:ext>
            </a:extLst>
          </p:cNvPr>
          <p:cNvSpPr>
            <a:spLocks noGrp="1"/>
          </p:cNvSpPr>
          <p:nvPr/>
        </p:nvSpPr>
        <p:spPr>
          <a:xfrm>
            <a:off x="1295400" y="3105150"/>
            <a:ext cx="8763000" cy="4953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Нет данных о травмах, покрытии, погоде, переездах и текущем самочувствии.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8439E117-6DDD-43CF-92DF-F682E3D350D5}"/>
              </a:ext>
            </a:extLst>
          </p:cNvPr>
          <p:cNvSpPr>
            <a:spLocks noGrp="1"/>
          </p:cNvSpPr>
          <p:nvPr/>
        </p:nvSpPr>
        <p:spPr>
          <a:xfrm>
            <a:off x="1066800" y="3752850"/>
            <a:ext cx="95250" cy="95250"/>
          </a:xfrm>
          <a:prstGeom prst="ellipse">
            <a:avLst/>
          </a:prstGeom>
          <a:solidFill>
            <a:srgbClr val="F2C94C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9ACBAA0-303E-427E-8D45-55F141E73D70}"/>
              </a:ext>
            </a:extLst>
          </p:cNvPr>
          <p:cNvSpPr>
            <a:spLocks noGrp="1"/>
          </p:cNvSpPr>
          <p:nvPr/>
        </p:nvSpPr>
        <p:spPr>
          <a:xfrm>
            <a:off x="1295400" y="3676650"/>
            <a:ext cx="8763000" cy="4953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У игроков с малой историей менее устойчивы ELO, форма, H2H и общие соперники.</a:t>
            </a: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7803BA37-303E-4502-AC03-97706F75E4F3}"/>
              </a:ext>
            </a:extLst>
          </p:cNvPr>
          <p:cNvSpPr>
            <a:spLocks noGrp="1"/>
          </p:cNvSpPr>
          <p:nvPr/>
        </p:nvSpPr>
        <p:spPr>
          <a:xfrm>
            <a:off x="1066800" y="4324350"/>
            <a:ext cx="95250" cy="95250"/>
          </a:xfrm>
          <a:prstGeom prst="ellipse">
            <a:avLst/>
          </a:prstGeom>
          <a:solidFill>
            <a:srgbClr val="3157A4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79B8A4A-C1B4-4CA9-8ACF-5018E1D99F9C}"/>
              </a:ext>
            </a:extLst>
          </p:cNvPr>
          <p:cNvSpPr>
            <a:spLocks noGrp="1"/>
          </p:cNvSpPr>
          <p:nvPr/>
        </p:nvSpPr>
        <p:spPr>
          <a:xfrm>
            <a:off x="1295400" y="4248150"/>
            <a:ext cx="8763000" cy="4953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Исторические метрики не гарантируют такое же качество на будущих данных.</a:t>
            </a: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6E4823C1-76C5-49A2-BE36-76C623DCD1EF}"/>
              </a:ext>
            </a:extLst>
          </p:cNvPr>
          <p:cNvSpPr>
            <a:spLocks noGrp="1"/>
          </p:cNvSpPr>
          <p:nvPr/>
        </p:nvSpPr>
        <p:spPr>
          <a:xfrm>
            <a:off x="1066800" y="4895850"/>
            <a:ext cx="95250" cy="95250"/>
          </a:xfrm>
          <a:prstGeom prst="ellipse">
            <a:avLst/>
          </a:prstGeom>
          <a:solidFill>
            <a:srgbClr val="15936D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60EE79F-F5EA-4527-90E4-881F85196913}"/>
              </a:ext>
            </a:extLst>
          </p:cNvPr>
          <p:cNvSpPr>
            <a:spLocks noGrp="1"/>
          </p:cNvSpPr>
          <p:nvPr/>
        </p:nvSpPr>
        <p:spPr>
          <a:xfrm>
            <a:off x="1295400" y="4819650"/>
            <a:ext cx="8763000" cy="4953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Для промышленного применения нужны мониторинг качества, rolling-validation и контроль калибровки.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3E6CFF2-60B4-4AE5-81AC-E6CAD9971DAE}"/>
              </a:ext>
            </a:extLst>
          </p:cNvPr>
          <p:cNvSpPr>
            <a:spLocks noGrp="1"/>
          </p:cNvSpPr>
          <p:nvPr/>
        </p:nvSpPr>
        <p:spPr>
          <a:xfrm>
            <a:off x="1809750" y="5734050"/>
            <a:ext cx="7810500" cy="3619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E76F51"/>
                </a:solidFill>
              </a:defRPr>
            </a:pPr>
            <a:r>
              <a:rPr sz="1650" b="1">
                <a:solidFill>
                  <a:srgbClr val="E76F51"/>
                </a:solidFill>
              </a:rPr>
              <a:t>Проект не предназначен для ставок или автоматического принятия решений.</a:t>
            </a:r>
          </a:p>
        </p:txBody>
      </p:sp>
    </p:spTree>
    <p:extLst>
      <p:ext uri="{BB962C8B-B14F-4D97-AF65-F5344CB8AC3E}">
        <p14:creationId xmlns:p14="http://schemas.microsoft.com/office/powerpoint/2010/main" val="1367664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2D0B2E3-6969-426F-9665-9DD891100562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5720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11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01D3955-0374-430B-95BC-0BABD1998E0C}"/>
              </a:ext>
            </a:extLst>
          </p:cNvPr>
          <p:cNvSpPr>
            <a:spLocks noGrp="1"/>
          </p:cNvSpPr>
          <p:nvPr/>
        </p:nvSpPr>
        <p:spPr>
          <a:xfrm>
            <a:off x="1219200" y="523875"/>
            <a:ext cx="10287000" cy="19050"/>
          </a:xfrm>
          <a:prstGeom prst="rect">
            <a:avLst/>
          </a:prstGeom>
          <a:solidFill>
            <a:srgbClr val="DCE2DA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50ACD9D-65DB-438E-ACB2-2F063AB5CDF8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8001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Итоги и развитие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3131F4F-7024-4A9D-9626-7F7CD73523E2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72390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Что получилось и куда проект можно развивать дальше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CA9CE57-0D0B-4526-A0FE-D74B44C52A79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3429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01BCC6C-D150-4C39-A890-1BFBB99D5279}"/>
              </a:ext>
            </a:extLst>
          </p:cNvPr>
          <p:cNvSpPr>
            <a:spLocks noGrp="1"/>
          </p:cNvSpPr>
          <p:nvPr/>
        </p:nvSpPr>
        <p:spPr>
          <a:xfrm>
            <a:off x="7334250" y="6419850"/>
            <a:ext cx="4191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96AD8549-8C3C-4D93-A055-6FFCCD26CD0E}"/>
              </a:ext>
            </a:extLst>
          </p:cNvPr>
          <p:cNvSpPr>
            <a:spLocks noGrp="1"/>
          </p:cNvSpPr>
          <p:nvPr/>
        </p:nvSpPr>
        <p:spPr>
          <a:xfrm>
            <a:off x="704850" y="2419350"/>
            <a:ext cx="3276600" cy="1485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DC676F8C-B5A7-44C2-B915-B81EB131268A}"/>
              </a:ext>
            </a:extLst>
          </p:cNvPr>
          <p:cNvSpPr>
            <a:spLocks noGrp="1"/>
          </p:cNvSpPr>
          <p:nvPr/>
        </p:nvSpPr>
        <p:spPr>
          <a:xfrm>
            <a:off x="914400" y="2647950"/>
            <a:ext cx="323850" cy="323850"/>
          </a:xfrm>
          <a:prstGeom prst="ellipse">
            <a:avLst/>
          </a:prstGeom>
          <a:solidFill>
            <a:srgbClr val="4BD0A0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297B332-690F-41AC-9AC4-B7AD36894751}"/>
              </a:ext>
            </a:extLst>
          </p:cNvPr>
          <p:cNvSpPr>
            <a:spLocks noGrp="1"/>
          </p:cNvSpPr>
          <p:nvPr/>
        </p:nvSpPr>
        <p:spPr>
          <a:xfrm>
            <a:off x="914400" y="269557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BABBBDD-279F-498A-9DB6-069A17E72F20}"/>
              </a:ext>
            </a:extLst>
          </p:cNvPr>
          <p:cNvSpPr>
            <a:spLocks noGrp="1"/>
          </p:cNvSpPr>
          <p:nvPr/>
        </p:nvSpPr>
        <p:spPr>
          <a:xfrm>
            <a:off x="1371600" y="2647950"/>
            <a:ext cx="23812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93888"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Реализован полный цикл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48C5426-B82C-4BFB-ADC5-87D628E363FC}"/>
              </a:ext>
            </a:extLst>
          </p:cNvPr>
          <p:cNvSpPr>
            <a:spLocks noGrp="1"/>
          </p:cNvSpPr>
          <p:nvPr/>
        </p:nvSpPr>
        <p:spPr>
          <a:xfrm>
            <a:off x="933450" y="3105150"/>
            <a:ext cx="2819400" cy="609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сбор данных → датасет → признаки → обучение → проверка → прогнозная панель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E38FF06-C031-490E-A88C-64F23CFFC042}"/>
              </a:ext>
            </a:extLst>
          </p:cNvPr>
          <p:cNvSpPr>
            <a:spLocks noGrp="1"/>
          </p:cNvSpPr>
          <p:nvPr/>
        </p:nvSpPr>
        <p:spPr>
          <a:xfrm>
            <a:off x="4457700" y="2419350"/>
            <a:ext cx="3276600" cy="1485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93CDBEE4-F7E5-4690-A26E-9229231067A5}"/>
              </a:ext>
            </a:extLst>
          </p:cNvPr>
          <p:cNvSpPr>
            <a:spLocks noGrp="1"/>
          </p:cNvSpPr>
          <p:nvPr/>
        </p:nvSpPr>
        <p:spPr>
          <a:xfrm>
            <a:off x="4667250" y="2647950"/>
            <a:ext cx="323850" cy="323850"/>
          </a:xfrm>
          <a:prstGeom prst="ellipse">
            <a:avLst/>
          </a:prstGeom>
          <a:solidFill>
            <a:srgbClr val="3157A4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9F360B2-3038-4215-B551-DE00DDC3214D}"/>
              </a:ext>
            </a:extLst>
          </p:cNvPr>
          <p:cNvSpPr>
            <a:spLocks noGrp="1"/>
          </p:cNvSpPr>
          <p:nvPr/>
        </p:nvSpPr>
        <p:spPr>
          <a:xfrm>
            <a:off x="4667250" y="269557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6331C7D-BE53-4AC6-BBD6-F91399C58A4A}"/>
              </a:ext>
            </a:extLst>
          </p:cNvPr>
          <p:cNvSpPr>
            <a:spLocks noGrp="1"/>
          </p:cNvSpPr>
          <p:nvPr/>
        </p:nvSpPr>
        <p:spPr>
          <a:xfrm>
            <a:off x="5124450" y="2647950"/>
            <a:ext cx="23812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 fontScale="80388"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Модель превосходит baseline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FF52913-9D53-4F87-9A26-80897CB05DD9}"/>
              </a:ext>
            </a:extLst>
          </p:cNvPr>
          <p:cNvSpPr>
            <a:spLocks noGrp="1"/>
          </p:cNvSpPr>
          <p:nvPr/>
        </p:nvSpPr>
        <p:spPr>
          <a:xfrm>
            <a:off x="4686300" y="3105150"/>
            <a:ext cx="2819400" cy="609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GBM снижает LogLoss относительно rating + ELO примерно на 7.8%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514B7EF2-FE01-4325-9022-4C6667F85DBE}"/>
              </a:ext>
            </a:extLst>
          </p:cNvPr>
          <p:cNvSpPr>
            <a:spLocks noGrp="1"/>
          </p:cNvSpPr>
          <p:nvPr/>
        </p:nvSpPr>
        <p:spPr>
          <a:xfrm>
            <a:off x="8210550" y="2419350"/>
            <a:ext cx="3276600" cy="1485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DA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0BF0FB4B-DD17-4F13-98E1-A4391CC7C4AF}"/>
              </a:ext>
            </a:extLst>
          </p:cNvPr>
          <p:cNvSpPr>
            <a:spLocks noGrp="1"/>
          </p:cNvSpPr>
          <p:nvPr/>
        </p:nvSpPr>
        <p:spPr>
          <a:xfrm>
            <a:off x="8420100" y="2647950"/>
            <a:ext cx="323850" cy="323850"/>
          </a:xfrm>
          <a:prstGeom prst="ellipse">
            <a:avLst/>
          </a:prstGeom>
          <a:solidFill>
            <a:srgbClr val="F2C94C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E9D00C3-769A-4606-97DD-327FA41E242E}"/>
              </a:ext>
            </a:extLst>
          </p:cNvPr>
          <p:cNvSpPr>
            <a:spLocks noGrp="1"/>
          </p:cNvSpPr>
          <p:nvPr/>
        </p:nvSpPr>
        <p:spPr>
          <a:xfrm>
            <a:off x="8420100" y="2695575"/>
            <a:ext cx="3238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729065F-4607-4833-B869-DD5BAA3C8CF2}"/>
              </a:ext>
            </a:extLst>
          </p:cNvPr>
          <p:cNvSpPr>
            <a:spLocks noGrp="1"/>
          </p:cNvSpPr>
          <p:nvPr/>
        </p:nvSpPr>
        <p:spPr>
          <a:xfrm>
            <a:off x="8877300" y="2647950"/>
            <a:ext cx="2381250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Результат объясним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2F3DBC8-E35A-4888-BCCA-5A5D0C3CED82}"/>
              </a:ext>
            </a:extLst>
          </p:cNvPr>
          <p:cNvSpPr>
            <a:spLocks noGrp="1"/>
          </p:cNvSpPr>
          <p:nvPr/>
        </p:nvSpPr>
        <p:spPr>
          <a:xfrm>
            <a:off x="8439150" y="3105150"/>
            <a:ext cx="2819400" cy="609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пользователь видит не только вероятность, но и вклад факторов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28BFD9E-EC3B-4B5C-B751-DEE4960DE434}"/>
              </a:ext>
            </a:extLst>
          </p:cNvPr>
          <p:cNvSpPr>
            <a:spLocks noGrp="1"/>
          </p:cNvSpPr>
          <p:nvPr/>
        </p:nvSpPr>
        <p:spPr>
          <a:xfrm>
            <a:off x="1485900" y="4762500"/>
            <a:ext cx="8858250" cy="609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ctr">
              <a:defRPr sz="2100" b="1">
                <a:solidFill>
                  <a:srgbClr val="15936D"/>
                </a:solidFill>
              </a:defRPr>
            </a:pPr>
            <a:r>
              <a:rPr sz="2100" b="1">
                <a:solidFill>
                  <a:srgbClr val="15936D"/>
                </a:solidFill>
              </a:rPr>
              <a:t>Дальше: rolling-validation, калибровка вероятностей, расширение признаков и развитие интерфейса панели.</a:t>
            </a:r>
          </a:p>
        </p:txBody>
      </p:sp>
    </p:spTree>
    <p:extLst>
      <p:ext uri="{BB962C8B-B14F-4D97-AF65-F5344CB8AC3E}">
        <p14:creationId xmlns:p14="http://schemas.microsoft.com/office/powerpoint/2010/main" val="20116281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6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вал 6">
            <a:extLst>
              <a:ext uri="{FF2B5EF4-FFF2-40B4-BE49-F238E27FC236}">
                <a16:creationId xmlns:a16="http://schemas.microsoft.com/office/drawing/2014/main" id="{7F12F5FC-B47E-4F36-8EEC-37FE3262CEBD}"/>
              </a:ext>
            </a:extLst>
          </p:cNvPr>
          <p:cNvSpPr>
            <a:spLocks noGrp="1"/>
          </p:cNvSpPr>
          <p:nvPr/>
        </p:nvSpPr>
        <p:spPr>
          <a:xfrm>
            <a:off x="8286750" y="857250"/>
            <a:ext cx="2571750" cy="2571750"/>
          </a:xfrm>
          <a:prstGeom prst="ellipse">
            <a:avLst/>
          </a:prstGeom>
          <a:solidFill>
            <a:srgbClr val="4BD0A0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" name="Овал 1">
            <a:extLst>
              <a:ext uri="{FF2B5EF4-FFF2-40B4-BE49-F238E27FC236}">
                <a16:creationId xmlns:a16="http://schemas.microsoft.com/office/drawing/2014/main" id="{F0CF60A9-CD96-449C-A90C-776AF41FBC7E}"/>
              </a:ext>
            </a:extLst>
          </p:cNvPr>
          <p:cNvSpPr>
            <a:spLocks noGrp="1"/>
          </p:cNvSpPr>
          <p:nvPr/>
        </p:nvSpPr>
        <p:spPr>
          <a:xfrm>
            <a:off x="9048750" y="1619250"/>
            <a:ext cx="1047750" cy="1047750"/>
          </a:xfrm>
          <a:prstGeom prst="ellipse">
            <a:avLst/>
          </a:prstGeom>
          <a:solidFill>
            <a:srgbClr val="202622"/>
          </a:solidFill>
          <a:ln w="0">
            <a:solidFill>
              <a:srgbClr val="FFFFFF">
                <a:alpha val="0"/>
              </a:srgbClr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8152468-8BC0-4C1D-99A8-A356643CD49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5715000" cy="8382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Спасибо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82B4E4A-6E49-44DC-8DFB-1CE98F7B61A4}"/>
              </a:ext>
            </a:extLst>
          </p:cNvPr>
          <p:cNvSpPr>
            <a:spLocks noGrp="1"/>
          </p:cNvSpPr>
          <p:nvPr/>
        </p:nvSpPr>
        <p:spPr>
          <a:xfrm>
            <a:off x="838200" y="2619375"/>
            <a:ext cx="6667500" cy="6667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2025" b="0">
                <a:solidFill>
                  <a:srgbClr val="D9E3DC"/>
                </a:solidFill>
              </a:defRPr>
            </a:pPr>
            <a:r>
              <a:rPr sz="2025" b="0">
                <a:solidFill>
                  <a:srgbClr val="D9E3DC"/>
                </a:solidFill>
              </a:rPr>
              <a:t>Готов показать код, панель управления и прогноз по конкретному матчу.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3B2CE75-AB64-4BAA-A2CF-19C7632D6008}"/>
              </a:ext>
            </a:extLst>
          </p:cNvPr>
          <p:cNvSpPr>
            <a:spLocks noGrp="1"/>
          </p:cNvSpPr>
          <p:nvPr/>
        </p:nvSpPr>
        <p:spPr>
          <a:xfrm>
            <a:off x="857250" y="4400550"/>
            <a:ext cx="2857500" cy="2857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AEB9B2"/>
                </a:solidFill>
              </a:defRPr>
            </a:pPr>
            <a:r>
              <a:rPr sz="1500" b="0">
                <a:solidFill>
                  <a:srgbClr val="AEB9B2"/>
                </a:solidFill>
              </a:rPr>
              <a:t>Рабочий код проекта: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F77CAA9-19B3-485B-B9A9-B940A1E7F35F}"/>
              </a:ext>
            </a:extLst>
          </p:cNvPr>
          <p:cNvSpPr>
            <a:spLocks noGrp="1"/>
          </p:cNvSpPr>
          <p:nvPr/>
        </p:nvSpPr>
        <p:spPr>
          <a:xfrm>
            <a:off x="857250" y="4762500"/>
            <a:ext cx="7048500" cy="4000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FFFFFF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4BD0A0"/>
                </a:solidFill>
              </a:defRPr>
            </a:pPr>
            <a:r>
              <a:rPr sz="2100" b="1">
                <a:solidFill>
                  <a:srgbClr val="4BD0A0"/>
                </a:solidFill>
              </a:rPr>
              <a:t>github.com/PnL-One/rtt-tennis-match-predictor</a:t>
            </a:r>
          </a:p>
        </p:txBody>
      </p:sp>
    </p:spTree>
    <p:extLst>
      <p:ext uri="{BB962C8B-B14F-4D97-AF65-F5344CB8AC3E}">
        <p14:creationId xmlns:p14="http://schemas.microsoft.com/office/powerpoint/2010/main" val="197378448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imple Ligh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imple Ligh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954</Words>
  <Application>Microsoft Office PowerPoint</Application>
  <DocSecurity>0</DocSecurity>
  <PresentationFormat>Широкоэкранный</PresentationFormat>
  <Paragraphs>203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Arial</vt:lpstr>
      <vt:lpstr>Calibri</vt:lpstr>
      <vt:lpstr>Lato</vt:lpstr>
      <vt:lpstr>Proxima Nova</vt:lpstr>
      <vt:lpstr>Proxima Nova Semibold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Anton Ryzhikov</cp:lastModifiedBy>
  <cp:revision>3</cp:revision>
  <dcterms:created xsi:type="dcterms:W3CDTF">2026-05-12T21:01:53Z</dcterms:created>
  <dcterms:modified xsi:type="dcterms:W3CDTF">2026-05-13T06:09:31Z</dcterms:modified>
</cp:coreProperties>
</file>