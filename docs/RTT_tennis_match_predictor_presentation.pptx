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c8369c06dc44b0" /><Relationship Type="http://schemas.openxmlformats.org/officeDocument/2006/relationships/extended-properties" Target="/docProps/app.xml" Id="R3afd992160ec404a" /><Relationship Type="http://schemas.openxmlformats.org/officeDocument/2006/relationships/officeDocument" Target="/ppt/presentation.xml" Id="R695e34da5bb14d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135523850c4574"/>
  </p:sldMasterIdLst>
  <p:notesMasterIdLst>
    <p:notesMasterId xmlns:r="http://schemas.openxmlformats.org/officeDocument/2006/relationships" r:id="R34f24a4df77041b1"/>
  </p:notesMasterIdLst>
  <p:sldIdLst>
    <p:sldId xmlns:r="http://schemas.openxmlformats.org/officeDocument/2006/relationships" id="256" r:id="R8fafdff039514ce3"/>
    <p:sldId xmlns:r="http://schemas.openxmlformats.org/officeDocument/2006/relationships" id="257" r:id="Rc4d803e891f8471c"/>
    <p:sldId xmlns:r="http://schemas.openxmlformats.org/officeDocument/2006/relationships" id="258" r:id="R16702d0aa4ea4c90"/>
    <p:sldId xmlns:r="http://schemas.openxmlformats.org/officeDocument/2006/relationships" id="259" r:id="Re70b3b6661524121"/>
    <p:sldId xmlns:r="http://schemas.openxmlformats.org/officeDocument/2006/relationships" id="260" r:id="Rb8db96ad21ba4792"/>
    <p:sldId xmlns:r="http://schemas.openxmlformats.org/officeDocument/2006/relationships" id="261" r:id="Rfe696978c1824429"/>
    <p:sldId xmlns:r="http://schemas.openxmlformats.org/officeDocument/2006/relationships" id="262" r:id="R515e7c6766084d2d"/>
    <p:sldId xmlns:r="http://schemas.openxmlformats.org/officeDocument/2006/relationships" id="263" r:id="R9871571533a5433c"/>
    <p:sldId xmlns:r="http://schemas.openxmlformats.org/officeDocument/2006/relationships" id="264" r:id="Rfec7d0c0c4f64ec9"/>
    <p:sldId xmlns:r="http://schemas.openxmlformats.org/officeDocument/2006/relationships" id="265" r:id="R4648a44edc724ce6"/>
    <p:sldId xmlns:r="http://schemas.openxmlformats.org/officeDocument/2006/relationships" id="266" r:id="Rfa1d4c6551da4662"/>
    <p:sldId xmlns:r="http://schemas.openxmlformats.org/officeDocument/2006/relationships" id="267" r:id="R39323482f3544e1b"/>
    <p:sldId xmlns:r="http://schemas.openxmlformats.org/officeDocument/2006/relationships" id="268" r:id="Rdbb5dad637e348a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F12479AA-1188-46D5-84F2-6A872CF9E262}">
  <a:tblStyle styleId="{F12479AA-1188-46D5-84F2-6A872CF9E262}" styleName="Table_0">
    <a:wholeTbl>
      <a:tcTxStyle b="off" i="off">
        <a:font>
          <a:latin typeface="Circe"/>
          <a:ea typeface="Circe"/>
          <a:cs typeface="Circe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E2CD"/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  <a:fill>
          <a:solidFill>
            <a:srgbClr val="FFF1E8"/>
          </a:solidFill>
        </a:fill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n" i="off">
        <a:font>
          <a:latin typeface="Circe"/>
          <a:ea typeface="Circe"/>
          <a:cs typeface="Circe"/>
        </a:font>
        <a:srgbClr val="FFFFFF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irce"/>
          <a:ea typeface="Circe"/>
          <a:cs typeface="Circe"/>
        </a:font>
        <a:srgbClr val="FFFFFF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irce"/>
          <a:ea typeface="Circe"/>
          <a:cs typeface="Circe"/>
        </a:font>
        <a:srgbClr val="FFFFFF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135523850c4574" /><Relationship Type="http://schemas.openxmlformats.org/officeDocument/2006/relationships/theme" Target="/ppt/theme/theme1.xml" Id="R608464ddf15b46f2" /><Relationship Type="http://schemas.openxmlformats.org/officeDocument/2006/relationships/notesMaster" Target="/ppt/notesMasters/notesMaster1.xml" Id="R34f24a4df77041b1" /><Relationship Type="http://schemas.openxmlformats.org/officeDocument/2006/relationships/presProps" Target="/ppt/presProps.xml" Id="Rf4e4145884244178" /><Relationship Type="http://schemas.openxmlformats.org/officeDocument/2006/relationships/viewProps" Target="/ppt/viewProps.xml" Id="R78703631432346b9" /><Relationship Type="http://schemas.openxmlformats.org/officeDocument/2006/relationships/tableStyles" Target="/ppt/tableStyles.xml" Id="R2ace6aeca5604097" /><Relationship Type="http://schemas.openxmlformats.org/officeDocument/2006/relationships/slide" Target="/ppt/slides/slide1.xml" Id="R8fafdff039514ce3" /><Relationship Type="http://schemas.openxmlformats.org/officeDocument/2006/relationships/slide" Target="/ppt/slides/slide2.xml" Id="Rc4d803e891f8471c" /><Relationship Type="http://schemas.openxmlformats.org/officeDocument/2006/relationships/slide" Target="/ppt/slides/slide3.xml" Id="R16702d0aa4ea4c90" /><Relationship Type="http://schemas.openxmlformats.org/officeDocument/2006/relationships/slide" Target="/ppt/slides/slide4.xml" Id="Re70b3b6661524121" /><Relationship Type="http://schemas.openxmlformats.org/officeDocument/2006/relationships/slide" Target="/ppt/slides/slide5.xml" Id="Rb8db96ad21ba4792" /><Relationship Type="http://schemas.openxmlformats.org/officeDocument/2006/relationships/slide" Target="/ppt/slides/slide6.xml" Id="Rfe696978c1824429" /><Relationship Type="http://schemas.openxmlformats.org/officeDocument/2006/relationships/slide" Target="/ppt/slides/slide7.xml" Id="R515e7c6766084d2d" /><Relationship Type="http://schemas.openxmlformats.org/officeDocument/2006/relationships/slide" Target="/ppt/slides/slide8.xml" Id="R9871571533a5433c" /><Relationship Type="http://schemas.openxmlformats.org/officeDocument/2006/relationships/slide" Target="/ppt/slides/slide9.xml" Id="Rfec7d0c0c4f64ec9" /><Relationship Type="http://schemas.openxmlformats.org/officeDocument/2006/relationships/slide" Target="/ppt/slides/slide10.xml" Id="R4648a44edc724ce6" /><Relationship Type="http://schemas.openxmlformats.org/officeDocument/2006/relationships/slide" Target="/ppt/slides/slide11.xml" Id="Rfa1d4c6551da4662" /><Relationship Type="http://schemas.openxmlformats.org/officeDocument/2006/relationships/slide" Target="/ppt/slides/slide12.xml" Id="R39323482f3544e1b" /><Relationship Type="http://schemas.openxmlformats.org/officeDocument/2006/relationships/slide" Target="/ppt/slides/slide13.xml" Id="Rdbb5dad637e348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24f5dcaba5846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e143c52dbf4acc" /><Relationship Type="http://schemas.openxmlformats.org/officeDocument/2006/relationships/notesMaster" Target="/ppt/notesMasters/notesMaster1.xml" Id="R67680063e4ac42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9284ede7c54d38" /><Relationship Type="http://schemas.openxmlformats.org/officeDocument/2006/relationships/notesMaster" Target="/ppt/notesMasters/notesMaster1.xml" Id="Rb3ae27a1693743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c317180e4141b5" /><Relationship Type="http://schemas.openxmlformats.org/officeDocument/2006/relationships/notesMaster" Target="/ppt/notesMasters/notesMaster1.xml" Id="Rd83e3ca288ac43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7a71bc6ad5414d" /><Relationship Type="http://schemas.openxmlformats.org/officeDocument/2006/relationships/notesMaster" Target="/ppt/notesMasters/notesMaster1.xml" Id="Rcc07560fedc64f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295911f345483a" /><Relationship Type="http://schemas.openxmlformats.org/officeDocument/2006/relationships/notesMaster" Target="/ppt/notesMasters/notesMaster1.xml" Id="R20cd84cb27ad41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5de2ac1dd04348" /><Relationship Type="http://schemas.openxmlformats.org/officeDocument/2006/relationships/notesMaster" Target="/ppt/notesMasters/notesMaster1.xml" Id="Raccffe39dfc240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a0f4da626e4a07" /><Relationship Type="http://schemas.openxmlformats.org/officeDocument/2006/relationships/notesMaster" Target="/ppt/notesMasters/notesMaster1.xml" Id="R5308a823d99447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782db4e7c9411e" /><Relationship Type="http://schemas.openxmlformats.org/officeDocument/2006/relationships/notesMaster" Target="/ppt/notesMasters/notesMaster1.xml" Id="R1a60ff8038b940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411726fb9048f2" /><Relationship Type="http://schemas.openxmlformats.org/officeDocument/2006/relationships/notesMaster" Target="/ppt/notesMasters/notesMaster1.xml" Id="Rf312b78ef5ae47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c090a2e7964b62" /><Relationship Type="http://schemas.openxmlformats.org/officeDocument/2006/relationships/notesMaster" Target="/ppt/notesMasters/notesMaster1.xml" Id="R6ebb2475518d46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dcdd72c3374a79" /><Relationship Type="http://schemas.openxmlformats.org/officeDocument/2006/relationships/notesMaster" Target="/ppt/notesMasters/notesMaster1.xml" Id="R238f9bbc7b224f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be38cade304c96" /><Relationship Type="http://schemas.openxmlformats.org/officeDocument/2006/relationships/notesMaster" Target="/ppt/notesMasters/notesMaster1.xml" Id="R2eb5b33dc7ff4a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349f29b49324c1c" /><Relationship Type="http://schemas.openxmlformats.org/officeDocument/2006/relationships/notesMaster" Target="/ppt/notesMasters/notesMaster1.xml" Id="Rd1d7f093d28845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99dbde111e462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744e9027e40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746971c684b7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9e26bf2e8e407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692495de5c411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5eabe29a548b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6ab140be794c9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517a152cb743a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f0a035c095411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cee6e3de034702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2d3be724544e38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890021a3f34dbf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485bbdb9c3446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1b8bfcf354417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8cd8999a494cd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5a3c5b6e2844be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615e1538fd438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a8e6d130f3422e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c8462c29c48bb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93f18759e746e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0ce9da2bc744f0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f07413a57f4d05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3030c7aff043c4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481c0fddfd40fb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9523f7b5c47f7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0acd265bee44bf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2409eb69c449bf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2008a58e24ba6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f0bf3b6ba4439c" /></Relationships>
</file>

<file path=ppt/slideLayouts/_rels/slideLayout3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845ebba22c43f5" /></Relationships>
</file>

<file path=ppt/slideLayouts/_rels/slideLayout3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f0595067d74fb1" /></Relationships>
</file>

<file path=ppt/slideLayouts/_rels/slideLayout3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23139e8ff441ed" /></Relationships>
</file>

<file path=ppt/slideLayouts/_rels/slideLayout3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da5f0ddf0a458e" /></Relationships>
</file>

<file path=ppt/slideLayouts/_rels/slideLayout3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fa73c4b71045e0" /></Relationships>
</file>

<file path=ppt/slideLayouts/_rels/slideLayout3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1cc393c2b243e4" /></Relationships>
</file>

<file path=ppt/slideLayouts/_rels/slideLayout3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9d2cd2c27a4b2f" /></Relationships>
</file>

<file path=ppt/slideLayouts/_rels/slideLayout3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294b5d8944307" /></Relationships>
</file>

<file path=ppt/slideLayouts/_rels/slideLayout3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16c832f6034835" /></Relationships>
</file>

<file path=ppt/slideLayouts/_rels/slideLayout4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387d09d57f4072" /></Relationships>
</file>

<file path=ppt/slideLayouts/_rels/slideLayout4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fff8ba4bc4143" /></Relationships>
</file>

<file path=ppt/slideLayouts/_rels/slideLayout4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c4fa3c48c4b4a" /></Relationships>
</file>

<file path=ppt/slideLayouts/_rels/slideLayout4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f9c04d1d1c49ac" /></Relationships>
</file>

<file path=ppt/slideLayouts/_rels/slideLayout4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d1b59d9ea5485e" /></Relationships>
</file>

<file path=ppt/slideLayouts/_rels/slideLayout4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d76a21b384db1" /></Relationships>
</file>

<file path=ppt/slideLayouts/_rels/slideLayout4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f6b9820a414d88" /></Relationships>
</file>

<file path=ppt/slideLayouts/_rels/slideLayout4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32108381e047fc" /></Relationships>
</file>

<file path=ppt/slideLayouts/slideLayout2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CUSTOM_3_1_1_3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>
  <p:cSld name="CUSTOM_3_1_1_2_2_1_1_1_1_2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1" name="Google Shape;571;p34">
            <a:extLst xmlns:a="http://schemas.openxmlformats.org/drawingml/2006/main">
              <a:ext uri="{FF2B5EF4-FFF2-40B4-BE49-F238E27FC236}">
                <a16:creationId xmlns:a16="http://schemas.microsoft.com/office/drawing/2014/main" id="{286590B4-6ADA-497A-A714-9E4535D473AD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51850" y="5921400"/>
            <a:ext cx="5716800" cy="2977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44000" rIns="18000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77" name="Google Shape;577;p34">
            <a:extLst xmlns:a="http://schemas.openxmlformats.org/drawingml/2006/main">
              <a:ext uri="{FF2B5EF4-FFF2-40B4-BE49-F238E27FC236}">
                <a16:creationId xmlns:a16="http://schemas.microsoft.com/office/drawing/2014/main" id="{9F7FDB01-D77D-45B4-90E3-07F18608DB8D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73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91425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81" name="Google Shape;581;p34">
            <a:extLst xmlns:a="http://schemas.openxmlformats.org/drawingml/2006/main">
              <a:ext uri="{FF2B5EF4-FFF2-40B4-BE49-F238E27FC236}">
                <a16:creationId xmlns:a16="http://schemas.microsoft.com/office/drawing/2014/main" id="{4F093029-B635-4E08-B082-1D5033F72D76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6268650" y="5921400"/>
            <a:ext cx="5716800" cy="2977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44000" rIns="18000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82" name="Google Shape;582;p34">
            <a:extLst xmlns:a="http://schemas.openxmlformats.org/drawingml/2006/main">
              <a:ext uri="{FF2B5EF4-FFF2-40B4-BE49-F238E27FC236}">
                <a16:creationId xmlns:a16="http://schemas.microsoft.com/office/drawing/2014/main" id="{9E1FF7F2-5F17-4FF0-BE01-7D8456E3B94F}"/>
              </a:ext>
            </a:extLst>
          </p:cNvPr>
          <p:cNvSpPr/>
          <p:nvPr>
            <p:ph type="body" idx="3"/>
          </p:nvPr>
        </p:nvSpPr>
        <p:spPr>
          <a:xfrm xmlns:a="http://schemas.openxmlformats.org/drawingml/2006/main">
            <a:off x="11985450" y="5921400"/>
            <a:ext cx="5750700" cy="2977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44000" rIns="18000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CUSTOM_3_1_1_2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Google Shape;27;p4">
            <a:extLst xmlns:a="http://schemas.openxmlformats.org/drawingml/2006/main">
              <a:ext uri="{FF2B5EF4-FFF2-40B4-BE49-F238E27FC236}">
                <a16:creationId xmlns:a16="http://schemas.microsoft.com/office/drawing/2014/main" id="{A1E480B4-E5E4-4F4B-98F1-CCCB8FD3CDA7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51850" y="2217600"/>
            <a:ext cx="12862800" cy="717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08000" rIns="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 xmlns:a="http://schemas.openxmlformats.org/drawingml/2006/main"/>
        </p:txBody>
      </p:sp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00E9EB14-CA13-47DC-8C7F-ECD1341707F8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881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>
  <p:cSld name="CUSTOM_3_1_1_2_2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0" name="Google Shape;210;p11">
            <a:extLst xmlns:a="http://schemas.openxmlformats.org/drawingml/2006/main">
              <a:ext uri="{FF2B5EF4-FFF2-40B4-BE49-F238E27FC236}">
                <a16:creationId xmlns:a16="http://schemas.microsoft.com/office/drawing/2014/main" id="{0042FC6B-527A-4F0D-8328-900D84A0BF6C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51850" y="5921400"/>
            <a:ext cx="5716800" cy="2977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44000" rIns="18000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 xmlns:a="http://schemas.openxmlformats.org/drawingml/2006/main"/>
        </p:txBody>
      </p:sp>
      <p:sp>
        <p:nvSpPr>
          <p:cNvPr id="216" name="Google Shape;216;p11">
            <a:extLst xmlns:a="http://schemas.openxmlformats.org/drawingml/2006/main">
              <a:ext uri="{FF2B5EF4-FFF2-40B4-BE49-F238E27FC236}">
                <a16:creationId xmlns:a16="http://schemas.microsoft.com/office/drawing/2014/main" id="{F734F44F-6BD2-45FA-BD0B-1D5B6EE3CD63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91425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0" name="Google Shape;220;p11">
            <a:extLst xmlns:a="http://schemas.openxmlformats.org/drawingml/2006/main">
              <a:ext uri="{FF2B5EF4-FFF2-40B4-BE49-F238E27FC236}">
                <a16:creationId xmlns:a16="http://schemas.microsoft.com/office/drawing/2014/main" id="{68FFA5E7-020D-4B35-8C61-960FFD4A9DBE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6268650" y="5921400"/>
            <a:ext cx="5716800" cy="2977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44000" rIns="18000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 xmlns:a="http://schemas.openxmlformats.org/drawingml/2006/main"/>
        </p:txBody>
      </p:sp>
      <p:sp>
        <p:nvSpPr>
          <p:cNvPr id="221" name="Google Shape;221;p11">
            <a:extLst xmlns:a="http://schemas.openxmlformats.org/drawingml/2006/main">
              <a:ext uri="{FF2B5EF4-FFF2-40B4-BE49-F238E27FC236}">
                <a16:creationId xmlns:a16="http://schemas.microsoft.com/office/drawing/2014/main" id="{BEAB1D41-091F-4EE4-8D56-6636E84D0B22}"/>
              </a:ext>
            </a:extLst>
          </p:cNvPr>
          <p:cNvSpPr/>
          <p:nvPr>
            <p:ph type="body" idx="3"/>
          </p:nvPr>
        </p:nvSpPr>
        <p:spPr>
          <a:xfrm xmlns:a="http://schemas.openxmlformats.org/drawingml/2006/main">
            <a:off x="11985450" y="5921400"/>
            <a:ext cx="5750700" cy="2977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44000" rIns="18000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>
  <p:cSld name="CUSTOM_3_1_1_2_2_1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7" name="Google Shape;537;p33">
            <a:extLst xmlns:a="http://schemas.openxmlformats.org/drawingml/2006/main">
              <a:ext uri="{FF2B5EF4-FFF2-40B4-BE49-F238E27FC236}">
                <a16:creationId xmlns:a16="http://schemas.microsoft.com/office/drawing/2014/main" id="{08B21A36-DC5B-44EB-B25B-427F9652D087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41200" y="3452400"/>
            <a:ext cx="4315800" cy="222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44" name="Google Shape;544;p33">
            <a:extLst xmlns:a="http://schemas.openxmlformats.org/drawingml/2006/main">
              <a:ext uri="{FF2B5EF4-FFF2-40B4-BE49-F238E27FC236}">
                <a16:creationId xmlns:a16="http://schemas.microsoft.com/office/drawing/2014/main" id="{DE952F45-8EA8-452D-B361-B5DE61FAE889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551850" y="6912000"/>
            <a:ext cx="4315800" cy="27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45" name="Google Shape;545;p33">
            <a:extLst xmlns:a="http://schemas.openxmlformats.org/drawingml/2006/main">
              <a:ext uri="{FF2B5EF4-FFF2-40B4-BE49-F238E27FC236}">
                <a16:creationId xmlns:a16="http://schemas.microsoft.com/office/drawing/2014/main" id="{270A5877-0BB5-4FA2-A28D-21760F3F8E7A}"/>
              </a:ext>
            </a:extLst>
          </p:cNvPr>
          <p:cNvSpPr/>
          <p:nvPr>
            <p:ph type="body" idx="3"/>
          </p:nvPr>
        </p:nvSpPr>
        <p:spPr>
          <a:xfrm xmlns:a="http://schemas.openxmlformats.org/drawingml/2006/main">
            <a:off x="6268650" y="3452400"/>
            <a:ext cx="4545600" cy="222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46" name="Google Shape;546;p33">
            <a:extLst xmlns:a="http://schemas.openxmlformats.org/drawingml/2006/main">
              <a:ext uri="{FF2B5EF4-FFF2-40B4-BE49-F238E27FC236}">
                <a16:creationId xmlns:a16="http://schemas.microsoft.com/office/drawing/2014/main" id="{1A046DA9-9088-4598-A39D-736E4B688C87}"/>
              </a:ext>
            </a:extLst>
          </p:cNvPr>
          <p:cNvSpPr/>
          <p:nvPr>
            <p:ph type="body" idx="4"/>
          </p:nvPr>
        </p:nvSpPr>
        <p:spPr>
          <a:xfrm xmlns:a="http://schemas.openxmlformats.org/drawingml/2006/main">
            <a:off x="6268625" y="6912000"/>
            <a:ext cx="4287600" cy="27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47" name="Google Shape;547;p33">
            <a:extLst xmlns:a="http://schemas.openxmlformats.org/drawingml/2006/main">
              <a:ext uri="{FF2B5EF4-FFF2-40B4-BE49-F238E27FC236}">
                <a16:creationId xmlns:a16="http://schemas.microsoft.com/office/drawing/2014/main" id="{C78113BB-A607-46A3-8C2F-C963A10411F5}"/>
              </a:ext>
            </a:extLst>
          </p:cNvPr>
          <p:cNvSpPr/>
          <p:nvPr>
            <p:ph type="body" idx="5"/>
          </p:nvPr>
        </p:nvSpPr>
        <p:spPr>
          <a:xfrm xmlns:a="http://schemas.openxmlformats.org/drawingml/2006/main">
            <a:off x="11978000" y="3440550"/>
            <a:ext cx="4315800" cy="222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48" name="Google Shape;548;p33">
            <a:extLst xmlns:a="http://schemas.openxmlformats.org/drawingml/2006/main">
              <a:ext uri="{FF2B5EF4-FFF2-40B4-BE49-F238E27FC236}">
                <a16:creationId xmlns:a16="http://schemas.microsoft.com/office/drawing/2014/main" id="{BD64053C-85D8-4D14-B9DF-0F94BFBCA0E7}"/>
              </a:ext>
            </a:extLst>
          </p:cNvPr>
          <p:cNvSpPr/>
          <p:nvPr>
            <p:ph type="body" idx="6"/>
          </p:nvPr>
        </p:nvSpPr>
        <p:spPr>
          <a:xfrm xmlns:a="http://schemas.openxmlformats.org/drawingml/2006/main">
            <a:off x="11978000" y="6912000"/>
            <a:ext cx="4315800" cy="27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1pPr>
            <a:lvl2pPr marL="914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2pPr>
            <a:lvl3pPr marL="1371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3pPr>
            <a:lvl4pPr marL="18288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4pPr>
            <a:lvl5pPr marL="22860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5pPr>
            <a:lvl6pPr marL="27432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2400">
                <a:solidFill>
                  <a:schemeClr val="lt1"/>
                </a:solidFill>
              </a:defRPr>
            </a:lvl6pPr>
            <a:lvl7pPr marL="32004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2400">
                <a:solidFill>
                  <a:schemeClr val="lt1"/>
                </a:solidFill>
              </a:defRPr>
            </a:lvl7pPr>
            <a:lvl8pPr marL="3657600" indent="-3810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2400">
                <a:solidFill>
                  <a:schemeClr val="lt1"/>
                </a:solidFill>
              </a:defRPr>
            </a:lvl8pPr>
            <a:lvl9pPr marL="4114800" indent="-3810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54" name="Google Shape;554;p33">
            <a:extLst xmlns:a="http://schemas.openxmlformats.org/drawingml/2006/main">
              <a:ext uri="{FF2B5EF4-FFF2-40B4-BE49-F238E27FC236}">
                <a16:creationId xmlns:a16="http://schemas.microsoft.com/office/drawing/2014/main" id="{1DF4FDD0-8755-475D-8EFC-5C02C6C7EE0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73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91425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>
  <p:cSld name="CUSTOM_3_1_1_3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>
  <p:cSld name="CUSTOM_3_1_1_2_2_1_1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3" name="Google Shape;173;p10">
            <a:extLst xmlns:a="http://schemas.openxmlformats.org/drawingml/2006/main">
              <a:ext uri="{FF2B5EF4-FFF2-40B4-BE49-F238E27FC236}">
                <a16:creationId xmlns:a16="http://schemas.microsoft.com/office/drawing/2014/main" id="{25111AE1-0448-4510-B7AB-C53EB64DBD1A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41200" y="3452400"/>
            <a:ext cx="4315800" cy="222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 xmlns:a="http://schemas.openxmlformats.org/drawingml/2006/main"/>
        </p:txBody>
      </p:sp>
      <p:sp>
        <p:nvSpPr>
          <p:cNvPr id="180" name="Google Shape;180;p10">
            <a:extLst xmlns:a="http://schemas.openxmlformats.org/drawingml/2006/main">
              <a:ext uri="{FF2B5EF4-FFF2-40B4-BE49-F238E27FC236}">
                <a16:creationId xmlns:a16="http://schemas.microsoft.com/office/drawing/2014/main" id="{6C37F2DD-E619-46E7-B3C7-03739C5BE8DE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551850" y="6912000"/>
            <a:ext cx="4315800" cy="27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 xmlns:a="http://schemas.openxmlformats.org/drawingml/2006/main"/>
        </p:txBody>
      </p:sp>
      <p:sp>
        <p:nvSpPr>
          <p:cNvPr id="181" name="Google Shape;181;p10">
            <a:extLst xmlns:a="http://schemas.openxmlformats.org/drawingml/2006/main">
              <a:ext uri="{FF2B5EF4-FFF2-40B4-BE49-F238E27FC236}">
                <a16:creationId xmlns:a16="http://schemas.microsoft.com/office/drawing/2014/main" id="{424A8737-BC89-468A-9B9D-36F869763A1F}"/>
              </a:ext>
            </a:extLst>
          </p:cNvPr>
          <p:cNvSpPr/>
          <p:nvPr>
            <p:ph type="body" idx="3"/>
          </p:nvPr>
        </p:nvSpPr>
        <p:spPr>
          <a:xfrm xmlns:a="http://schemas.openxmlformats.org/drawingml/2006/main">
            <a:off x="6268650" y="3452400"/>
            <a:ext cx="4545600" cy="222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 xmlns:a="http://schemas.openxmlformats.org/drawingml/2006/main"/>
        </p:txBody>
      </p:sp>
      <p:sp>
        <p:nvSpPr>
          <p:cNvPr id="182" name="Google Shape;182;p10">
            <a:extLst xmlns:a="http://schemas.openxmlformats.org/drawingml/2006/main">
              <a:ext uri="{FF2B5EF4-FFF2-40B4-BE49-F238E27FC236}">
                <a16:creationId xmlns:a16="http://schemas.microsoft.com/office/drawing/2014/main" id="{9EB90F5D-CD91-4290-A637-9C0E994F78C1}"/>
              </a:ext>
            </a:extLst>
          </p:cNvPr>
          <p:cNvSpPr/>
          <p:nvPr>
            <p:ph type="body" idx="4"/>
          </p:nvPr>
        </p:nvSpPr>
        <p:spPr>
          <a:xfrm xmlns:a="http://schemas.openxmlformats.org/drawingml/2006/main">
            <a:off x="6268625" y="6912000"/>
            <a:ext cx="4287600" cy="27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 xmlns:a="http://schemas.openxmlformats.org/drawingml/2006/main"/>
        </p:txBody>
      </p:sp>
      <p:sp>
        <p:nvSpPr>
          <p:cNvPr id="183" name="Google Shape;183;p10">
            <a:extLst xmlns:a="http://schemas.openxmlformats.org/drawingml/2006/main">
              <a:ext uri="{FF2B5EF4-FFF2-40B4-BE49-F238E27FC236}">
                <a16:creationId xmlns:a16="http://schemas.microsoft.com/office/drawing/2014/main" id="{3ECC886F-7C81-4AE3-9119-61B54C480C7E}"/>
              </a:ext>
            </a:extLst>
          </p:cNvPr>
          <p:cNvSpPr/>
          <p:nvPr>
            <p:ph type="body" idx="5"/>
          </p:nvPr>
        </p:nvSpPr>
        <p:spPr>
          <a:xfrm xmlns:a="http://schemas.openxmlformats.org/drawingml/2006/main">
            <a:off x="11978000" y="3440550"/>
            <a:ext cx="4315800" cy="222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 xmlns:a="http://schemas.openxmlformats.org/drawingml/2006/main"/>
        </p:txBody>
      </p:sp>
      <p:sp>
        <p:nvSpPr>
          <p:cNvPr id="184" name="Google Shape;184;p10">
            <a:extLst xmlns:a="http://schemas.openxmlformats.org/drawingml/2006/main">
              <a:ext uri="{FF2B5EF4-FFF2-40B4-BE49-F238E27FC236}">
                <a16:creationId xmlns:a16="http://schemas.microsoft.com/office/drawing/2014/main" id="{5A507D95-2CB6-4F79-AA16-90155ECC0C39}"/>
              </a:ext>
            </a:extLst>
          </p:cNvPr>
          <p:cNvSpPr/>
          <p:nvPr>
            <p:ph type="body" idx="6"/>
          </p:nvPr>
        </p:nvSpPr>
        <p:spPr>
          <a:xfrm xmlns:a="http://schemas.openxmlformats.org/drawingml/2006/main">
            <a:off x="11978000" y="6912000"/>
            <a:ext cx="4315800" cy="27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 marL="457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1pPr>
            <a:lvl2pPr marL="914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2pPr>
            <a:lvl3pPr marL="1371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3pPr>
            <a:lvl4pPr marL="1828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4pPr>
            <a:lvl5pPr marL="22860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5pPr>
            <a:lvl6pPr marL="27432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6pPr>
            <a:lvl7pPr marL="32004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2400"/>
            </a:lvl7pPr>
            <a:lvl8pPr marL="36576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2400"/>
            </a:lvl8pPr>
            <a:lvl9pPr marL="4114800" indent="-381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2400"/>
            </a:lvl9pPr>
          </a:lstStyle>
          <a:p xmlns:a="http://schemas.openxmlformats.org/drawingml/2006/main"/>
        </p:txBody>
      </p:sp>
      <p:sp>
        <p:nvSpPr>
          <p:cNvPr id="190" name="Google Shape;190;p10">
            <a:extLst xmlns:a="http://schemas.openxmlformats.org/drawingml/2006/main">
              <a:ext uri="{FF2B5EF4-FFF2-40B4-BE49-F238E27FC236}">
                <a16:creationId xmlns:a16="http://schemas.microsoft.com/office/drawing/2014/main" id="{26CB02B2-8580-460E-AD3F-695CEAADFDC8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91425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>
  <p:cSld name="CUSTOM_3_1_1_2_2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7" name="Google Shape;467;p31">
            <a:extLst xmlns:a="http://schemas.openxmlformats.org/drawingml/2006/main">
              <a:ext uri="{FF2B5EF4-FFF2-40B4-BE49-F238E27FC236}">
                <a16:creationId xmlns:a16="http://schemas.microsoft.com/office/drawing/2014/main" id="{E559C406-C006-4141-8892-196CCF821854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7697850" y="3956450"/>
            <a:ext cx="10038300" cy="9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44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68" name="Google Shape;468;p31">
            <a:extLst xmlns:a="http://schemas.openxmlformats.org/drawingml/2006/main">
              <a:ext uri="{FF2B5EF4-FFF2-40B4-BE49-F238E27FC236}">
                <a16:creationId xmlns:a16="http://schemas.microsoft.com/office/drawing/2014/main" id="{2050B3DB-6BB4-4A25-84B6-1A930D097B7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697850" y="1468800"/>
            <a:ext cx="10038300" cy="24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72000" rIns="91425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69" name="Google Shape;469;p31">
            <a:extLst xmlns:a="http://schemas.openxmlformats.org/drawingml/2006/main">
              <a:ext uri="{FF2B5EF4-FFF2-40B4-BE49-F238E27FC236}">
                <a16:creationId xmlns:a16="http://schemas.microsoft.com/office/drawing/2014/main" id="{C72C68BF-73CE-4E3F-864B-2AC85778F149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8393025" y="5925600"/>
            <a:ext cx="5021700" cy="74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70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88" name="Google Shape;488;p31">
            <a:extLst xmlns:a="http://schemas.openxmlformats.org/drawingml/2006/main">
              <a:ext uri="{FF2B5EF4-FFF2-40B4-BE49-F238E27FC236}">
                <a16:creationId xmlns:a16="http://schemas.microsoft.com/office/drawing/2014/main" id="{8D810925-C1D9-46AC-98D4-D71299A6B376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8393025" y="6667200"/>
            <a:ext cx="5021700" cy="74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70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89" name="Google Shape;489;p31">
            <a:extLst xmlns:a="http://schemas.openxmlformats.org/drawingml/2006/main">
              <a:ext uri="{FF2B5EF4-FFF2-40B4-BE49-F238E27FC236}">
                <a16:creationId xmlns:a16="http://schemas.microsoft.com/office/drawing/2014/main" id="{6CF840C9-6DA4-4EA6-8D21-47ABD45C6CCE}"/>
              </a:ext>
            </a:extLst>
          </p:cNvPr>
          <p:cNvSpPr/>
          <p:nvPr>
            <p:ph type="subTitle" idx="4"/>
          </p:nvPr>
        </p:nvSpPr>
        <p:spPr>
          <a:xfrm xmlns:a="http://schemas.openxmlformats.org/drawingml/2006/main">
            <a:off x="8393025" y="7415694"/>
            <a:ext cx="5021700" cy="74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70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90" name="Google Shape;490;p31">
            <a:extLst xmlns:a="http://schemas.openxmlformats.org/drawingml/2006/main">
              <a:ext uri="{FF2B5EF4-FFF2-40B4-BE49-F238E27FC236}">
                <a16:creationId xmlns:a16="http://schemas.microsoft.com/office/drawing/2014/main" id="{29A43588-05C2-4CB2-AD2E-C0FC15BCD224}"/>
              </a:ext>
            </a:extLst>
          </p:cNvPr>
          <p:cNvSpPr/>
          <p:nvPr>
            <p:ph type="subTitle" idx="5"/>
          </p:nvPr>
        </p:nvSpPr>
        <p:spPr>
          <a:xfrm xmlns:a="http://schemas.openxmlformats.org/drawingml/2006/main">
            <a:off x="8393025" y="8163128"/>
            <a:ext cx="5021700" cy="74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70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>
  <p:cSld name="CUSTOM_3_1_1_2_2_1_1_1_2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4" name="Google Shape;494;p32">
            <a:extLst xmlns:a="http://schemas.openxmlformats.org/drawingml/2006/main">
              <a:ext uri="{FF2B5EF4-FFF2-40B4-BE49-F238E27FC236}">
                <a16:creationId xmlns:a16="http://schemas.microsoft.com/office/drawing/2014/main" id="{6F89F3CA-EA35-4C49-A388-8B800C07A86F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6269100" y="3455450"/>
            <a:ext cx="10003800" cy="9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44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95" name="Google Shape;495;p32">
            <a:extLst xmlns:a="http://schemas.openxmlformats.org/drawingml/2006/main">
              <a:ext uri="{FF2B5EF4-FFF2-40B4-BE49-F238E27FC236}">
                <a16:creationId xmlns:a16="http://schemas.microsoft.com/office/drawing/2014/main" id="{0AB51A2C-8FD8-4A87-9B68-480B8CFE84DC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268650" y="980391"/>
            <a:ext cx="9597000" cy="24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72000" rIns="91425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96" name="Google Shape;496;p32">
            <a:extLst xmlns:a="http://schemas.openxmlformats.org/drawingml/2006/main">
              <a:ext uri="{FF2B5EF4-FFF2-40B4-BE49-F238E27FC236}">
                <a16:creationId xmlns:a16="http://schemas.microsoft.com/office/drawing/2014/main" id="{DE4DC131-5B65-42E9-9801-37A951A68A0C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6268650" y="5436000"/>
            <a:ext cx="5706000" cy="272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98000" rIns="36000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02" name="Google Shape;502;p32">
            <a:extLst xmlns:a="http://schemas.openxmlformats.org/drawingml/2006/main">
              <a:ext uri="{FF2B5EF4-FFF2-40B4-BE49-F238E27FC236}">
                <a16:creationId xmlns:a16="http://schemas.microsoft.com/office/drawing/2014/main" id="{894B80DF-634E-4AB8-BD30-AC10BF6AD641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6963825" y="8404925"/>
            <a:ext cx="4434600" cy="49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17" name="Google Shape;517;p32">
            <a:extLst xmlns:a="http://schemas.openxmlformats.org/drawingml/2006/main">
              <a:ext uri="{FF2B5EF4-FFF2-40B4-BE49-F238E27FC236}">
                <a16:creationId xmlns:a16="http://schemas.microsoft.com/office/drawing/2014/main" id="{2B394589-99CE-4373-9838-9A5BB83EB753}"/>
              </a:ext>
            </a:extLst>
          </p:cNvPr>
          <p:cNvSpPr/>
          <p:nvPr>
            <p:ph type="subTitle" idx="4"/>
          </p:nvPr>
        </p:nvSpPr>
        <p:spPr>
          <a:xfrm xmlns:a="http://schemas.openxmlformats.org/drawingml/2006/main">
            <a:off x="6963825" y="9144513"/>
            <a:ext cx="4434600" cy="49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18" name="Google Shape;518;p32">
            <a:extLst xmlns:a="http://schemas.openxmlformats.org/drawingml/2006/main">
              <a:ext uri="{FF2B5EF4-FFF2-40B4-BE49-F238E27FC236}">
                <a16:creationId xmlns:a16="http://schemas.microsoft.com/office/drawing/2014/main" id="{BB7F54C1-474C-4ACD-80FF-ECC6CFFD8235}"/>
              </a:ext>
            </a:extLst>
          </p:cNvPr>
          <p:cNvSpPr/>
          <p:nvPr>
            <p:ph type="subTitle" idx="5"/>
          </p:nvPr>
        </p:nvSpPr>
        <p:spPr>
          <a:xfrm xmlns:a="http://schemas.openxmlformats.org/drawingml/2006/main">
            <a:off x="12695913" y="9144513"/>
            <a:ext cx="4434600" cy="49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19" name="Google Shape;519;p32">
            <a:extLst xmlns:a="http://schemas.openxmlformats.org/drawingml/2006/main">
              <a:ext uri="{FF2B5EF4-FFF2-40B4-BE49-F238E27FC236}">
                <a16:creationId xmlns:a16="http://schemas.microsoft.com/office/drawing/2014/main" id="{078E557E-703A-422E-9D23-28FF46AD84E9}"/>
              </a:ext>
            </a:extLst>
          </p:cNvPr>
          <p:cNvSpPr/>
          <p:nvPr>
            <p:ph type="subTitle" idx="6"/>
          </p:nvPr>
        </p:nvSpPr>
        <p:spPr>
          <a:xfrm xmlns:a="http://schemas.openxmlformats.org/drawingml/2006/main">
            <a:off x="12695925" y="8416975"/>
            <a:ext cx="4434600" cy="48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20" name="Google Shape;520;p32">
            <a:extLst xmlns:a="http://schemas.openxmlformats.org/drawingml/2006/main">
              <a:ext uri="{FF2B5EF4-FFF2-40B4-BE49-F238E27FC236}">
                <a16:creationId xmlns:a16="http://schemas.microsoft.com/office/drawing/2014/main" id="{22D27124-D78B-4833-9CEA-4E167123A1FB}"/>
              </a:ext>
            </a:extLst>
          </p:cNvPr>
          <p:cNvSpPr/>
          <p:nvPr>
            <p:ph type="subTitle" idx="7"/>
          </p:nvPr>
        </p:nvSpPr>
        <p:spPr>
          <a:xfrm xmlns:a="http://schemas.openxmlformats.org/drawingml/2006/main">
            <a:off x="11985450" y="5436000"/>
            <a:ext cx="5750700" cy="272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98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>
  <p:cSld name="CUSTOM_3_1_1_2_2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4" name="Google Shape;444;p29">
            <a:extLst xmlns:a="http://schemas.openxmlformats.org/drawingml/2006/main">
              <a:ext uri="{FF2B5EF4-FFF2-40B4-BE49-F238E27FC236}">
                <a16:creationId xmlns:a16="http://schemas.microsoft.com/office/drawing/2014/main" id="{B08DCF96-7EEE-4071-BFBF-A49EE425321B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7706725" y="6667200"/>
            <a:ext cx="7137000" cy="22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98000" rIns="0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45" name="Google Shape;445;p29">
            <a:extLst xmlns:a="http://schemas.openxmlformats.org/drawingml/2006/main">
              <a:ext uri="{FF2B5EF4-FFF2-40B4-BE49-F238E27FC236}">
                <a16:creationId xmlns:a16="http://schemas.microsoft.com/office/drawing/2014/main" id="{CEDEF037-7033-4345-BAB2-C2CFE81FCED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706725" y="3452400"/>
            <a:ext cx="8574900" cy="29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</p:spTree>
  </p:cSld>
</p:sldLayout>
</file>

<file path=ppt/slideLayouts/slideLayout13.xml><?xml version="1.0" encoding="utf-8"?>
<p:sldLayout xmlns:p="http://schemas.openxmlformats.org/presentationml/2006/main">
  <p:cSld name="CUSTOM_3_1_1_2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0" name="Google Shape;240;p13">
            <a:extLst xmlns:a="http://schemas.openxmlformats.org/drawingml/2006/main">
              <a:ext uri="{FF2B5EF4-FFF2-40B4-BE49-F238E27FC236}">
                <a16:creationId xmlns:a16="http://schemas.microsoft.com/office/drawing/2014/main" id="{869635A8-A6A8-4588-A68F-77516D638C26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470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1" name="Google Shape;251;p13">
            <a:extLst xmlns:a="http://schemas.openxmlformats.org/drawingml/2006/main">
              <a:ext uri="{FF2B5EF4-FFF2-40B4-BE49-F238E27FC236}">
                <a16:creationId xmlns:a16="http://schemas.microsoft.com/office/drawing/2014/main" id="{E90C2EC0-6C3C-44D0-BAEE-90B89D4FBA25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40000" y="8157600"/>
            <a:ext cx="57285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4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EF8DFA47-DC5E-7C2C-E904-0A55CA1EB587}"/>
              </a:ext>
            </a:extLst>
          </p:cNvPr>
          <p:cNvSpPr/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4C7BBF8D-4EA6-ED34-BAE6-A8C669D275C8}"/>
              </a:ext>
            </a:extLst>
          </p:cNvPr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5.xml><?xml version="1.0" encoding="utf-8"?>
<p:sldLayout xmlns:p="http://schemas.openxmlformats.org/presentationml/2006/main">
  <p:cSld name="CUSTOM_3_1_1_2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4" name="Google Shape;734;p45">
            <a:extLst xmlns:a="http://schemas.openxmlformats.org/drawingml/2006/main">
              <a:ext uri="{FF2B5EF4-FFF2-40B4-BE49-F238E27FC236}">
                <a16:creationId xmlns:a16="http://schemas.microsoft.com/office/drawing/2014/main" id="{2FF65F15-5E34-4A8B-A1A9-B181347B238A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51850" y="2707200"/>
            <a:ext cx="85920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35" name="Google Shape;735;p45">
            <a:extLst xmlns:a="http://schemas.openxmlformats.org/drawingml/2006/main">
              <a:ext uri="{FF2B5EF4-FFF2-40B4-BE49-F238E27FC236}">
                <a16:creationId xmlns:a16="http://schemas.microsoft.com/office/drawing/2014/main" id="{91A4DD31-7305-4294-B807-1A7A6923396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36" name="Google Shape;736;p45">
            <a:extLst xmlns:a="http://schemas.openxmlformats.org/drawingml/2006/main">
              <a:ext uri="{FF2B5EF4-FFF2-40B4-BE49-F238E27FC236}">
                <a16:creationId xmlns:a16="http://schemas.microsoft.com/office/drawing/2014/main" id="{E2A5B1F5-27D1-4974-B164-26E629576047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540000" y="8157600"/>
            <a:ext cx="5728500" cy="17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6.xml><?xml version="1.0" encoding="utf-8"?>
<p:sldLayout xmlns:p="http://schemas.openxmlformats.org/presentationml/2006/main">
  <p:cSld name="CUSTOM_3_1_1_2_1_2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9" name="Google Shape;669;p40">
            <a:extLst xmlns:a="http://schemas.openxmlformats.org/drawingml/2006/main">
              <a:ext uri="{FF2B5EF4-FFF2-40B4-BE49-F238E27FC236}">
                <a16:creationId xmlns:a16="http://schemas.microsoft.com/office/drawing/2014/main" id="{04C9A744-DAA7-4A81-AFFA-89A9706B455D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9136434" y="6096918"/>
            <a:ext cx="2790000" cy="218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0" anchor="t">
            <a:noAutofit/>
          </a:bodyPr>
          <a:lstStyle xmlns:a="http://schemas.openxmlformats.org/drawingml/2006/main"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3200"/>
              </a:spcBef>
              <a:spcAft>
                <a:spcPts val="320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675" name="Google Shape;675;p40">
            <a:extLst xmlns:a="http://schemas.openxmlformats.org/drawingml/2006/main">
              <a:ext uri="{FF2B5EF4-FFF2-40B4-BE49-F238E27FC236}">
                <a16:creationId xmlns:a16="http://schemas.microsoft.com/office/drawing/2014/main" id="{DDA32AB0-E739-40AC-AB14-22DF038C64FD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76" name="Google Shape;676;p40">
            <a:extLst xmlns:a="http://schemas.openxmlformats.org/drawingml/2006/main">
              <a:ext uri="{FF2B5EF4-FFF2-40B4-BE49-F238E27FC236}">
                <a16:creationId xmlns:a16="http://schemas.microsoft.com/office/drawing/2014/main" id="{BB8E34CD-363C-4620-8B24-33BA4EF9B6C4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551850" y="2707200"/>
            <a:ext cx="100044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7.xml><?xml version="1.0" encoding="utf-8"?>
<p:sldLayout xmlns:p="http://schemas.openxmlformats.org/presentationml/2006/main">
  <p:cSld name="CUSTOM_3_1_1_2_1_3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6" name="Google Shape;256;p14">
            <a:extLst xmlns:a="http://schemas.openxmlformats.org/drawingml/2006/main">
              <a:ext uri="{FF2B5EF4-FFF2-40B4-BE49-F238E27FC236}">
                <a16:creationId xmlns:a16="http://schemas.microsoft.com/office/drawing/2014/main" id="{1A47453E-89A8-44D0-988F-66E174D756B6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40000" y="8157600"/>
            <a:ext cx="57285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7" name="Google Shape;257;p14">
            <a:extLst xmlns:a="http://schemas.openxmlformats.org/drawingml/2006/main">
              <a:ext uri="{FF2B5EF4-FFF2-40B4-BE49-F238E27FC236}">
                <a16:creationId xmlns:a16="http://schemas.microsoft.com/office/drawing/2014/main" id="{DBEBD7CA-7D17-4B1C-A001-1809C318B9D7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8454216" y="8908925"/>
            <a:ext cx="35472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4400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8" name="Google Shape;258;p14">
            <a:extLst xmlns:a="http://schemas.openxmlformats.org/drawingml/2006/main">
              <a:ext uri="{FF2B5EF4-FFF2-40B4-BE49-F238E27FC236}">
                <a16:creationId xmlns:a16="http://schemas.microsoft.com/office/drawing/2014/main" id="{B0F4DEF8-288A-417B-8B28-42108BC5CBE0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12725850" y="8908925"/>
            <a:ext cx="35472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4400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4" name="Google Shape;264;p14">
            <a:extLst xmlns:a="http://schemas.openxmlformats.org/drawingml/2006/main">
              <a:ext uri="{FF2B5EF4-FFF2-40B4-BE49-F238E27FC236}">
                <a16:creationId xmlns:a16="http://schemas.microsoft.com/office/drawing/2014/main" id="{D8572A79-4FD1-4AE6-B75F-99475D8F15AE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494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8.xml><?xml version="1.0" encoding="utf-8"?>
<p:sldLayout xmlns:p="http://schemas.openxmlformats.org/presentationml/2006/main">
  <p:cSld name="CUSTOM_3_1_1_2_1_2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3" name="Google Shape;313;p17">
            <a:extLst xmlns:a="http://schemas.openxmlformats.org/drawingml/2006/main">
              <a:ext uri="{FF2B5EF4-FFF2-40B4-BE49-F238E27FC236}">
                <a16:creationId xmlns:a16="http://schemas.microsoft.com/office/drawing/2014/main" id="{F63C4F14-6DD9-4710-A0C5-622AC109DB81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7704075" y="5436000"/>
            <a:ext cx="5710500" cy="272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576000" rIns="91425" bIns="0" anchor="t">
            <a:noAutofit/>
          </a:bodyPr>
          <a:lstStyle xmlns:a="http://schemas.openxmlformats.org/drawingml/2006/main"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319" name="Google Shape;319;p17">
            <a:extLst xmlns:a="http://schemas.openxmlformats.org/drawingml/2006/main">
              <a:ext uri="{FF2B5EF4-FFF2-40B4-BE49-F238E27FC236}">
                <a16:creationId xmlns:a16="http://schemas.microsoft.com/office/drawing/2014/main" id="{2664C964-D592-4DD3-B828-B99F4C334B4A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42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9.xml><?xml version="1.0" encoding="utf-8"?>
<p:sldLayout xmlns:p="http://schemas.openxmlformats.org/presentationml/2006/main">
  <p:cSld name="CUSTOM_3_1_1_2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ED6EDD2A-DF7D-4098-AD5F-068587EA9955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7706725" y="6667200"/>
            <a:ext cx="7137000" cy="22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98000" rIns="0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9" name="Google Shape;69;p6">
            <a:extLst xmlns:a="http://schemas.openxmlformats.org/drawingml/2006/main">
              <a:ext uri="{FF2B5EF4-FFF2-40B4-BE49-F238E27FC236}">
                <a16:creationId xmlns:a16="http://schemas.microsoft.com/office/drawing/2014/main" id="{C015963F-01BF-42DC-82D9-CFDBDFEE8C43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706725" y="3452400"/>
            <a:ext cx="8574900" cy="29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</p:spTree>
  </p:cSld>
</p:sldLayout>
</file>

<file path=ppt/slideLayouts/slideLayout20.xml><?xml version="1.0" encoding="utf-8"?>
<p:sldLayout xmlns:p="http://schemas.openxmlformats.org/presentationml/2006/main">
  <p:cSld name="CUSTOM_3_1_1_2_1_2_1_1_1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2" name="Google Shape;352;p20">
            <a:extLst xmlns:a="http://schemas.openxmlformats.org/drawingml/2006/main">
              <a:ext uri="{FF2B5EF4-FFF2-40B4-BE49-F238E27FC236}">
                <a16:creationId xmlns:a16="http://schemas.microsoft.com/office/drawing/2014/main" id="{EC61027D-4468-460E-916D-052CC6BA4F7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42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2.xml><?xml version="1.0" encoding="utf-8"?>
<p:sldLayout xmlns:p="http://schemas.openxmlformats.org/presentationml/2006/main">
  <p:cSld name="CUSTOM_3_1_1_2_2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7" name="Google Shape;407;p27">
            <a:extLst xmlns:a="http://schemas.openxmlformats.org/drawingml/2006/main">
              <a:ext uri="{FF2B5EF4-FFF2-40B4-BE49-F238E27FC236}">
                <a16:creationId xmlns:a16="http://schemas.microsoft.com/office/drawing/2014/main" id="{A58C8276-4A1D-4441-9CFA-A19465AF98B1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51850" y="2217600"/>
            <a:ext cx="12862800" cy="717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08000" rIns="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chemeClr val="lt1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chemeClr val="lt1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chemeClr val="lt1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08" name="Google Shape;408;p27">
            <a:extLst xmlns:a="http://schemas.openxmlformats.org/drawingml/2006/main">
              <a:ext uri="{FF2B5EF4-FFF2-40B4-BE49-F238E27FC236}">
                <a16:creationId xmlns:a16="http://schemas.microsoft.com/office/drawing/2014/main" id="{BB6830FD-D29F-4756-99C2-B34B9E7CACB1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5721200" cy="73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3.xml><?xml version="1.0" encoding="utf-8"?>
<p:sldLayout xmlns:p="http://schemas.openxmlformats.org/presentationml/2006/main">
  <p:cSld name="CUSTOM_3_1_1_2_2_1_1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7" name="Google Shape;587;p35">
            <a:extLst xmlns:a="http://schemas.openxmlformats.org/drawingml/2006/main">
              <a:ext uri="{FF2B5EF4-FFF2-40B4-BE49-F238E27FC236}">
                <a16:creationId xmlns:a16="http://schemas.microsoft.com/office/drawing/2014/main" id="{FA2783E2-2806-4340-9249-398548B4C8F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856925" y="5435566"/>
            <a:ext cx="8574000" cy="321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91425" bIns="91425" anchor="t">
            <a:noAutofit/>
          </a:bodyPr>
          <a:lstStyle xmlns:a="http://schemas.openxmlformats.org/drawingml/2006/main">
            <a:lvl1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88" name="Google Shape;588;p35">
            <a:extLst xmlns:a="http://schemas.openxmlformats.org/drawingml/2006/main">
              <a:ext uri="{FF2B5EF4-FFF2-40B4-BE49-F238E27FC236}">
                <a16:creationId xmlns:a16="http://schemas.microsoft.com/office/drawing/2014/main" id="{839FE51A-8102-40AD-9255-A91EEDC31789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51850" y="9396000"/>
            <a:ext cx="7146000" cy="24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89" name="Google Shape;589;p35">
            <a:extLst xmlns:a="http://schemas.openxmlformats.org/drawingml/2006/main">
              <a:ext uri="{FF2B5EF4-FFF2-40B4-BE49-F238E27FC236}">
                <a16:creationId xmlns:a16="http://schemas.microsoft.com/office/drawing/2014/main" id="{2409F5BC-EC06-465B-89F0-BA04B32A553E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4856925" y="2217166"/>
            <a:ext cx="8574000" cy="321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44000" rIns="91425" bIns="0" anchor="t">
            <a:noAutofit/>
          </a:bodyPr>
          <a:lstStyle xmlns:a="http://schemas.openxmlformats.org/drawingml/2006/main">
            <a:lvl1pPr algn="ct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  <a:defRPr sz="230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 algn="ctr">
              <a:lnSpc>
                <a:spcPct val="5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4.xml><?xml version="1.0" encoding="utf-8"?>
<p:sldLayout xmlns:p="http://schemas.openxmlformats.org/presentationml/2006/main">
  <p:cSld name="CUSTOM_3_1_1_2_2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9">
            <a:extLst xmlns:a="http://schemas.openxmlformats.org/drawingml/2006/main">
              <a:ext uri="{FF2B5EF4-FFF2-40B4-BE49-F238E27FC236}">
                <a16:creationId xmlns:a16="http://schemas.microsoft.com/office/drawing/2014/main" id="{34C1B3D9-AA51-4426-9F5D-05174407C127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6269100" y="2949150"/>
            <a:ext cx="10003800" cy="149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16000" rIns="0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27" name="Google Shape;127;p9">
            <a:extLst xmlns:a="http://schemas.openxmlformats.org/drawingml/2006/main">
              <a:ext uri="{FF2B5EF4-FFF2-40B4-BE49-F238E27FC236}">
                <a16:creationId xmlns:a16="http://schemas.microsoft.com/office/drawing/2014/main" id="{DA7F75FF-6DC1-45A6-B547-C777C691EEC0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268650" y="980400"/>
            <a:ext cx="10003800" cy="198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72000" rIns="91425" bIns="0" anchor="b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128" name="Google Shape;128;p9">
            <a:extLst xmlns:a="http://schemas.openxmlformats.org/drawingml/2006/main">
              <a:ext uri="{FF2B5EF4-FFF2-40B4-BE49-F238E27FC236}">
                <a16:creationId xmlns:a16="http://schemas.microsoft.com/office/drawing/2014/main" id="{E64A5845-5A13-451B-8066-F04E321687CE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6268650" y="5436000"/>
            <a:ext cx="5706000" cy="272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80000" rIns="360000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4" name="Google Shape;134;p9">
            <a:extLst xmlns:a="http://schemas.openxmlformats.org/drawingml/2006/main">
              <a:ext uri="{FF2B5EF4-FFF2-40B4-BE49-F238E27FC236}">
                <a16:creationId xmlns:a16="http://schemas.microsoft.com/office/drawing/2014/main" id="{97E966B7-ED09-48F0-9E34-ECBC08AA99B4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6963825" y="8404925"/>
            <a:ext cx="4434600" cy="49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9" name="Google Shape;149;p9">
            <a:extLst xmlns:a="http://schemas.openxmlformats.org/drawingml/2006/main">
              <a:ext uri="{FF2B5EF4-FFF2-40B4-BE49-F238E27FC236}">
                <a16:creationId xmlns:a16="http://schemas.microsoft.com/office/drawing/2014/main" id="{DAF23EF4-3833-4741-B72A-78C43AA6643D}"/>
              </a:ext>
            </a:extLst>
          </p:cNvPr>
          <p:cNvSpPr/>
          <p:nvPr>
            <p:ph type="subTitle" idx="4"/>
          </p:nvPr>
        </p:nvSpPr>
        <p:spPr>
          <a:xfrm xmlns:a="http://schemas.openxmlformats.org/drawingml/2006/main">
            <a:off x="6963825" y="9144513"/>
            <a:ext cx="4434600" cy="49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86B3E27A-5D2C-42BC-B944-1B3C48723EE0}"/>
              </a:ext>
            </a:extLst>
          </p:cNvPr>
          <p:cNvSpPr/>
          <p:nvPr>
            <p:ph type="subTitle" idx="5"/>
          </p:nvPr>
        </p:nvSpPr>
        <p:spPr>
          <a:xfrm xmlns:a="http://schemas.openxmlformats.org/drawingml/2006/main">
            <a:off x="12695913" y="9144513"/>
            <a:ext cx="4434600" cy="49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9F3C4999-57BE-4218-8823-03B2178043E8}"/>
              </a:ext>
            </a:extLst>
          </p:cNvPr>
          <p:cNvSpPr/>
          <p:nvPr>
            <p:ph type="subTitle" idx="6"/>
          </p:nvPr>
        </p:nvSpPr>
        <p:spPr>
          <a:xfrm xmlns:a="http://schemas.openxmlformats.org/drawingml/2006/main">
            <a:off x="12695925" y="8416975"/>
            <a:ext cx="4434600" cy="48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EBECE5F1-4FCC-4DAF-9461-018237795DE0}"/>
              </a:ext>
            </a:extLst>
          </p:cNvPr>
          <p:cNvSpPr/>
          <p:nvPr>
            <p:ph type="subTitle" idx="7"/>
          </p:nvPr>
        </p:nvSpPr>
        <p:spPr>
          <a:xfrm xmlns:a="http://schemas.openxmlformats.org/drawingml/2006/main">
            <a:off x="11985450" y="5436000"/>
            <a:ext cx="5750700" cy="272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80000" rIns="0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5.xml><?xml version="1.0" encoding="utf-8"?>
<p:sldLayout xmlns:p="http://schemas.openxmlformats.org/presentationml/2006/main">
  <p:cSld name="CUSTOM_3_1_1_2_2_1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8">
            <a:extLst xmlns:a="http://schemas.openxmlformats.org/drawingml/2006/main">
              <a:ext uri="{FF2B5EF4-FFF2-40B4-BE49-F238E27FC236}">
                <a16:creationId xmlns:a16="http://schemas.microsoft.com/office/drawing/2014/main" id="{420C7FAD-1722-423A-B89F-0A6B4DFA7A51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7697850" y="3691325"/>
            <a:ext cx="8575200" cy="1010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96" name="Google Shape;96;p8">
            <a:extLst xmlns:a="http://schemas.openxmlformats.org/drawingml/2006/main">
              <a:ext uri="{FF2B5EF4-FFF2-40B4-BE49-F238E27FC236}">
                <a16:creationId xmlns:a16="http://schemas.microsoft.com/office/drawing/2014/main" id="{791B311F-8753-4B3C-A69D-2AFAAB59DA2E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702550" y="2210675"/>
            <a:ext cx="8570400" cy="148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115" name="Google Shape;115;p8">
            <a:extLst xmlns:a="http://schemas.openxmlformats.org/drawingml/2006/main">
              <a:ext uri="{FF2B5EF4-FFF2-40B4-BE49-F238E27FC236}">
                <a16:creationId xmlns:a16="http://schemas.microsoft.com/office/drawing/2014/main" id="{D2B7879B-B120-4959-8852-9E257CED7BEF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8393025" y="6666034"/>
            <a:ext cx="5021700" cy="5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6" name="Google Shape;116;p8">
            <a:extLst xmlns:a="http://schemas.openxmlformats.org/drawingml/2006/main">
              <a:ext uri="{FF2B5EF4-FFF2-40B4-BE49-F238E27FC236}">
                <a16:creationId xmlns:a16="http://schemas.microsoft.com/office/drawing/2014/main" id="{F1785575-7C29-4081-BD84-9A3013C42752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8393025" y="5932609"/>
            <a:ext cx="5021700" cy="4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7" name="Google Shape;117;p8">
            <a:extLst xmlns:a="http://schemas.openxmlformats.org/drawingml/2006/main">
              <a:ext uri="{FF2B5EF4-FFF2-40B4-BE49-F238E27FC236}">
                <a16:creationId xmlns:a16="http://schemas.microsoft.com/office/drawing/2014/main" id="{CB8ACDC2-0B98-40DE-BFBA-9842E9F72355}"/>
              </a:ext>
            </a:extLst>
          </p:cNvPr>
          <p:cNvSpPr/>
          <p:nvPr>
            <p:ph type="subTitle" idx="4"/>
          </p:nvPr>
        </p:nvSpPr>
        <p:spPr>
          <a:xfrm xmlns:a="http://schemas.openxmlformats.org/drawingml/2006/main">
            <a:off x="8393025" y="7408997"/>
            <a:ext cx="5021700" cy="5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8" name="Google Shape;118;p8">
            <a:extLst xmlns:a="http://schemas.openxmlformats.org/drawingml/2006/main">
              <a:ext uri="{FF2B5EF4-FFF2-40B4-BE49-F238E27FC236}">
                <a16:creationId xmlns:a16="http://schemas.microsoft.com/office/drawing/2014/main" id="{EDA36EFA-4BE0-4D0D-81FB-3D53460E9B2B}"/>
              </a:ext>
            </a:extLst>
          </p:cNvPr>
          <p:cNvSpPr/>
          <p:nvPr>
            <p:ph type="subTitle" idx="5"/>
          </p:nvPr>
        </p:nvSpPr>
        <p:spPr>
          <a:xfrm xmlns:a="http://schemas.openxmlformats.org/drawingml/2006/main">
            <a:off x="8393025" y="8156697"/>
            <a:ext cx="5021700" cy="5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0" bIns="0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6.xml><?xml version="1.0" encoding="utf-8"?>
<p:sldLayout xmlns:p="http://schemas.openxmlformats.org/presentationml/2006/main">
  <p:cSld name="CUSTOM_3_1_1_2_2_1_1_1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Google Shape;227;p12">
            <a:extLst xmlns:a="http://schemas.openxmlformats.org/drawingml/2006/main">
              <a:ext uri="{FF2B5EF4-FFF2-40B4-BE49-F238E27FC236}">
                <a16:creationId xmlns:a16="http://schemas.microsoft.com/office/drawing/2014/main" id="{26D13F3A-9C70-4D48-B719-EBAB74BC23EA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4856925" y="2217600"/>
            <a:ext cx="8574000" cy="297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400000"/>
              </a:lnSpc>
              <a:spcBef>
                <a:spcPts val="0"/>
              </a:spcBef>
              <a:spcAft>
                <a:spcPts val="0"/>
              </a:spcAft>
              <a:buNone/>
              <a:defRPr sz="23000" b="1">
                <a:solidFill>
                  <a:srgbClr val="4BD0A0"/>
                </a:solidFill>
              </a:defRPr>
            </a:lvl1pPr>
            <a:lvl2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230" name="Google Shape;230;p12">
            <a:extLst xmlns:a="http://schemas.openxmlformats.org/drawingml/2006/main">
              <a:ext uri="{FF2B5EF4-FFF2-40B4-BE49-F238E27FC236}">
                <a16:creationId xmlns:a16="http://schemas.microsoft.com/office/drawing/2014/main" id="{ABD0E8EE-F428-4CDA-9014-C11B27206C2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856925" y="5435575"/>
            <a:ext cx="8574000" cy="2469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26000" rIns="91425" bIns="91425" anchor="t">
            <a:noAutofit/>
          </a:bodyPr>
          <a:lstStyle xmlns:a="http://schemas.openxmlformats.org/drawingml/2006/main">
            <a:lvl1pPr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1" name="Google Shape;231;p12">
            <a:extLst xmlns:a="http://schemas.openxmlformats.org/drawingml/2006/main">
              <a:ext uri="{FF2B5EF4-FFF2-40B4-BE49-F238E27FC236}">
                <a16:creationId xmlns:a16="http://schemas.microsoft.com/office/drawing/2014/main" id="{12F64847-932B-4261-B90A-C8A82704AB1D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551850" y="9396000"/>
            <a:ext cx="7146000" cy="24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7.xml><?xml version="1.0" encoding="utf-8"?>
<p:sldLayout xmlns:p="http://schemas.openxmlformats.org/presentationml/2006/main">
  <p:cSld name="CUSTOM_3_1_1_2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8.xml><?xml version="1.0" encoding="utf-8"?>
<p:sldLayout xmlns:p="http://schemas.openxmlformats.org/presentationml/2006/main">
  <p:cSld name="CUSTOM_3_1_1_2_1_2_1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1" name="Google Shape;711;p43">
            <a:extLst xmlns:a="http://schemas.openxmlformats.org/drawingml/2006/main">
              <a:ext uri="{FF2B5EF4-FFF2-40B4-BE49-F238E27FC236}">
                <a16:creationId xmlns:a16="http://schemas.microsoft.com/office/drawing/2014/main" id="{EF76451C-ECCF-46D8-8244-D1BCB51A56AF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51850" y="2707200"/>
            <a:ext cx="100044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12" name="Google Shape;712;p43">
            <a:extLst xmlns:a="http://schemas.openxmlformats.org/drawingml/2006/main">
              <a:ext uri="{FF2B5EF4-FFF2-40B4-BE49-F238E27FC236}">
                <a16:creationId xmlns:a16="http://schemas.microsoft.com/office/drawing/2014/main" id="{B9471C01-EF48-4CFD-A89A-0A8FF9E47B25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9.xml><?xml version="1.0" encoding="utf-8"?>
<p:sldLayout xmlns:p="http://schemas.openxmlformats.org/presentationml/2006/main">
  <p:cSld name="CUSTOM_3_1_1_2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0.xml><?xml version="1.0" encoding="utf-8"?>
<p:sldLayout xmlns:p="http://schemas.openxmlformats.org/presentationml/2006/main">
  <p:cSld name="CUSTOM_3_1_1_2_1_1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1.xml><?xml version="1.0" encoding="utf-8"?>
<p:sldLayout xmlns:p="http://schemas.openxmlformats.org/presentationml/2006/main">
  <p:cSld name="CUSTOM_3_1_1_2_1_2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9" name="Google Shape;699;p42">
            <a:extLst xmlns:a="http://schemas.openxmlformats.org/drawingml/2006/main">
              <a:ext uri="{FF2B5EF4-FFF2-40B4-BE49-F238E27FC236}">
                <a16:creationId xmlns:a16="http://schemas.microsoft.com/office/drawing/2014/main" id="{955EB1D9-6EED-443F-AE90-2BDD103E12F8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51850" y="2707200"/>
            <a:ext cx="100044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00" name="Google Shape;700;p42">
            <a:extLst xmlns:a="http://schemas.openxmlformats.org/drawingml/2006/main">
              <a:ext uri="{FF2B5EF4-FFF2-40B4-BE49-F238E27FC236}">
                <a16:creationId xmlns:a16="http://schemas.microsoft.com/office/drawing/2014/main" id="{EC33842F-2288-4A93-AA87-7E063E5E8E81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2.xml><?xml version="1.0" encoding="utf-8"?>
<p:sldLayout xmlns:p="http://schemas.openxmlformats.org/presentationml/2006/main">
  <p:cSld name="CUSTOM_3_1_1_2_1_2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7" name="Google Shape;687;p41">
            <a:extLst xmlns:a="http://schemas.openxmlformats.org/drawingml/2006/main">
              <a:ext uri="{FF2B5EF4-FFF2-40B4-BE49-F238E27FC236}">
                <a16:creationId xmlns:a16="http://schemas.microsoft.com/office/drawing/2014/main" id="{A62C6544-F50D-482E-9D2D-42A0F04C3F83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51850" y="2707200"/>
            <a:ext cx="100044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88" name="Google Shape;688;p41">
            <a:extLst xmlns:a="http://schemas.openxmlformats.org/drawingml/2006/main">
              <a:ext uri="{FF2B5EF4-FFF2-40B4-BE49-F238E27FC236}">
                <a16:creationId xmlns:a16="http://schemas.microsoft.com/office/drawing/2014/main" id="{0412EA9B-6DBA-44C1-8A72-FE9B30C21B22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3.xml><?xml version="1.0" encoding="utf-8"?>
<p:sldLayout xmlns:p="http://schemas.openxmlformats.org/presentationml/2006/main">
  <p:cSld name="CUSTOM_3_1_1_2_2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7" name="Google Shape;457;p30">
            <a:extLst xmlns:a="http://schemas.openxmlformats.org/drawingml/2006/main">
              <a:ext uri="{FF2B5EF4-FFF2-40B4-BE49-F238E27FC236}">
                <a16:creationId xmlns:a16="http://schemas.microsoft.com/office/drawing/2014/main" id="{FCF97A77-95E4-4ACD-907D-76FDF4D14B8E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445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91425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463" name="Google Shape;463;p30">
            <a:extLst xmlns:a="http://schemas.openxmlformats.org/drawingml/2006/main">
              <a:ext uri="{FF2B5EF4-FFF2-40B4-BE49-F238E27FC236}">
                <a16:creationId xmlns:a16="http://schemas.microsoft.com/office/drawing/2014/main" id="{64F2158B-EB46-425C-A7D0-3558950C50C5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40000" y="8157600"/>
            <a:ext cx="5728500" cy="17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4.xml><?xml version="1.0" encoding="utf-8"?>
<p:sldLayout xmlns:p="http://schemas.openxmlformats.org/presentationml/2006/main">
  <p:cSld name="CUSTOM_3_1_1_2_1_3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5" name="Google Shape;635;p38">
            <a:extLst xmlns:a="http://schemas.openxmlformats.org/drawingml/2006/main">
              <a:ext uri="{FF2B5EF4-FFF2-40B4-BE49-F238E27FC236}">
                <a16:creationId xmlns:a16="http://schemas.microsoft.com/office/drawing/2014/main" id="{21198C4D-459B-406D-8776-F476DE98912D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40000" y="8157600"/>
            <a:ext cx="5728500" cy="17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accent5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accent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36" name="Google Shape;636;p38">
            <a:extLst xmlns:a="http://schemas.openxmlformats.org/drawingml/2006/main">
              <a:ext uri="{FF2B5EF4-FFF2-40B4-BE49-F238E27FC236}">
                <a16:creationId xmlns:a16="http://schemas.microsoft.com/office/drawing/2014/main" id="{8D4339A2-545B-49FF-BFD2-FF9E88DA03E4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1432406" y="5685601"/>
            <a:ext cx="32928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2" name="Google Shape;642;p38">
            <a:extLst xmlns:a="http://schemas.openxmlformats.org/drawingml/2006/main">
              <a:ext uri="{FF2B5EF4-FFF2-40B4-BE49-F238E27FC236}">
                <a16:creationId xmlns:a16="http://schemas.microsoft.com/office/drawing/2014/main" id="{D6E6FBC9-FD18-47AD-92AA-60798B39E93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54" name="Google Shape;654;p38">
            <a:extLst xmlns:a="http://schemas.openxmlformats.org/drawingml/2006/main">
              <a:ext uri="{FF2B5EF4-FFF2-40B4-BE49-F238E27FC236}">
                <a16:creationId xmlns:a16="http://schemas.microsoft.com/office/drawing/2014/main" id="{A2A23E64-F390-45E9-B595-2CF711E27014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1432406" y="6921601"/>
            <a:ext cx="32928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5.xml><?xml version="1.0" encoding="utf-8"?>
<p:sldLayout xmlns:p="http://schemas.openxmlformats.org/presentationml/2006/main">
  <p:cSld name="CUSTOM_3_1_1_2_1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22">
            <a:extLst xmlns:a="http://schemas.openxmlformats.org/drawingml/2006/main">
              <a:ext uri="{FF2B5EF4-FFF2-40B4-BE49-F238E27FC236}">
                <a16:creationId xmlns:a16="http://schemas.microsoft.com/office/drawing/2014/main" id="{029EA94E-25B9-4A5D-A438-C186861AD89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0004400" cy="470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78" name="Google Shape;378;p22">
            <a:extLst xmlns:a="http://schemas.openxmlformats.org/drawingml/2006/main">
              <a:ext uri="{FF2B5EF4-FFF2-40B4-BE49-F238E27FC236}">
                <a16:creationId xmlns:a16="http://schemas.microsoft.com/office/drawing/2014/main" id="{016F050E-80A7-4E43-A143-11D8D78C60C1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40000" y="8157600"/>
            <a:ext cx="57285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6.xml><?xml version="1.0" encoding="utf-8"?>
<p:sldLayout xmlns:p="http://schemas.openxmlformats.org/presentationml/2006/main">
  <p:cSld name="CUSTOM_3_1_1_2_1_2_1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0" name="Google Shape;330;p18">
            <a:extLst xmlns:a="http://schemas.openxmlformats.org/drawingml/2006/main">
              <a:ext uri="{FF2B5EF4-FFF2-40B4-BE49-F238E27FC236}">
                <a16:creationId xmlns:a16="http://schemas.microsoft.com/office/drawing/2014/main" id="{F8E7189F-7C02-481C-AC3D-EDED7D6D4AA6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42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7.xml><?xml version="1.0" encoding="utf-8"?>
<p:sldLayout xmlns:p="http://schemas.openxmlformats.org/presentationml/2006/main">
  <p:cSld name="CUSTOM_3_1_1_2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Google Shape;85;p7">
            <a:extLst xmlns:a="http://schemas.openxmlformats.org/drawingml/2006/main">
              <a:ext uri="{FF2B5EF4-FFF2-40B4-BE49-F238E27FC236}">
                <a16:creationId xmlns:a16="http://schemas.microsoft.com/office/drawing/2014/main" id="{54AA8894-81D5-4C12-9ADD-EFE92A6DCFA4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445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91425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>
                <a:solidFill>
                  <a:srgbClr val="4BD0A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91" name="Google Shape;91;p7">
            <a:extLst xmlns:a="http://schemas.openxmlformats.org/drawingml/2006/main">
              <a:ext uri="{FF2B5EF4-FFF2-40B4-BE49-F238E27FC236}">
                <a16:creationId xmlns:a16="http://schemas.microsoft.com/office/drawing/2014/main" id="{23540CBB-EDCF-44B2-924B-B80BC77D8FD4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40000" y="8157600"/>
            <a:ext cx="57285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8.xml><?xml version="1.0" encoding="utf-8"?>
<p:sldLayout xmlns:p="http://schemas.openxmlformats.org/presentationml/2006/main">
  <p:cSld name="CUSTOM_3_1_1_2_1_3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0" name="Google Shape;280;p15">
            <a:extLst xmlns:a="http://schemas.openxmlformats.org/drawingml/2006/main">
              <a:ext uri="{FF2B5EF4-FFF2-40B4-BE49-F238E27FC236}">
                <a16:creationId xmlns:a16="http://schemas.microsoft.com/office/drawing/2014/main" id="{67FC94B4-35CA-47E1-B3E7-D675087D402E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299900" y="5928725"/>
            <a:ext cx="35571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8000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86" name="Google Shape;286;p15">
            <a:extLst xmlns:a="http://schemas.openxmlformats.org/drawingml/2006/main">
              <a:ext uri="{FF2B5EF4-FFF2-40B4-BE49-F238E27FC236}">
                <a16:creationId xmlns:a16="http://schemas.microsoft.com/office/drawing/2014/main" id="{32B8EE3B-5273-4071-BEDE-0D0670FD53A8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494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8" name="Google Shape;298;p15">
            <a:extLst xmlns:a="http://schemas.openxmlformats.org/drawingml/2006/main">
              <a:ext uri="{FF2B5EF4-FFF2-40B4-BE49-F238E27FC236}">
                <a16:creationId xmlns:a16="http://schemas.microsoft.com/office/drawing/2014/main" id="{F960B9E2-44BE-4379-8921-76AB3D85D5B8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1299750" y="6919200"/>
            <a:ext cx="35571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18000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9" name="Google Shape;299;p15">
            <a:extLst xmlns:a="http://schemas.openxmlformats.org/drawingml/2006/main">
              <a:ext uri="{FF2B5EF4-FFF2-40B4-BE49-F238E27FC236}">
                <a16:creationId xmlns:a16="http://schemas.microsoft.com/office/drawing/2014/main" id="{0D03404B-B503-431D-920F-92118EFAA73C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540000" y="8157600"/>
            <a:ext cx="5728500" cy="148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9.xml><?xml version="1.0" encoding="utf-8"?>
<p:sldLayout xmlns:p="http://schemas.openxmlformats.org/presentationml/2006/main">
  <p:cSld name="CUSTOM_3_1_1_2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6" name="Google Shape;596;p36">
            <a:extLst xmlns:a="http://schemas.openxmlformats.org/drawingml/2006/main">
              <a:ext uri="{FF2B5EF4-FFF2-40B4-BE49-F238E27FC236}">
                <a16:creationId xmlns:a16="http://schemas.microsoft.com/office/drawing/2014/main" id="{AB5C266E-5C4D-47B2-A47A-41FC092CB70D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51850" y="2707200"/>
            <a:ext cx="114336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99" name="Google Shape;599;p36">
            <a:extLst xmlns:a="http://schemas.openxmlformats.org/drawingml/2006/main">
              <a:ext uri="{FF2B5EF4-FFF2-40B4-BE49-F238E27FC236}">
                <a16:creationId xmlns:a16="http://schemas.microsoft.com/office/drawing/2014/main" id="{0D7AD1B4-043A-48C4-BED6-6EB231F2DAE5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05" name="Google Shape;605;p36">
            <a:extLst xmlns:a="http://schemas.openxmlformats.org/drawingml/2006/main">
              <a:ext uri="{FF2B5EF4-FFF2-40B4-BE49-F238E27FC236}">
                <a16:creationId xmlns:a16="http://schemas.microsoft.com/office/drawing/2014/main" id="{A8CEF221-EEB3-48D2-9AFB-8F142B05751C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540000" y="8157600"/>
            <a:ext cx="5728500" cy="17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0.xml><?xml version="1.0" encoding="utf-8"?>
<p:sldLayout xmlns:p="http://schemas.openxmlformats.org/presentationml/2006/main">
  <p:cSld name="CUSTOM_3_1_1_2_1_3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0" name="Google Shape;610;p37">
            <a:extLst xmlns:a="http://schemas.openxmlformats.org/drawingml/2006/main">
              <a:ext uri="{FF2B5EF4-FFF2-40B4-BE49-F238E27FC236}">
                <a16:creationId xmlns:a16="http://schemas.microsoft.com/office/drawing/2014/main" id="{F84C26F1-AC21-4406-8A49-1867C179ACD2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40000" y="8157600"/>
            <a:ext cx="5728500" cy="172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accent5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2pPr>
            <a:lvl3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3pPr>
            <a:lvl4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4pPr>
            <a:lvl5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5pPr>
            <a:lvl6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6pPr>
            <a:lvl7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7pPr>
            <a:lvl8pPr>
              <a:spcBef>
                <a:spcPts val="320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>
                <a:solidFill>
                  <a:schemeClr val="accent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11" name="Google Shape;611;p37">
            <a:extLst xmlns:a="http://schemas.openxmlformats.org/drawingml/2006/main">
              <a:ext uri="{FF2B5EF4-FFF2-40B4-BE49-F238E27FC236}">
                <a16:creationId xmlns:a16="http://schemas.microsoft.com/office/drawing/2014/main" id="{C5E1D497-35DE-4B5A-B7EC-1C3EBB4E1EF6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7859300" y="8908926"/>
            <a:ext cx="32928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12" name="Google Shape;612;p37">
            <a:extLst xmlns:a="http://schemas.openxmlformats.org/drawingml/2006/main">
              <a:ext uri="{FF2B5EF4-FFF2-40B4-BE49-F238E27FC236}">
                <a16:creationId xmlns:a16="http://schemas.microsoft.com/office/drawing/2014/main" id="{FEED15C9-97FA-45A3-9282-87CE2DFBAB2E}"/>
              </a:ext>
            </a:extLst>
          </p:cNvPr>
          <p:cNvSpPr/>
          <p:nvPr>
            <p:ph type="subTitle" idx="3"/>
          </p:nvPr>
        </p:nvSpPr>
        <p:spPr>
          <a:xfrm xmlns:a="http://schemas.openxmlformats.org/drawingml/2006/main">
            <a:off x="12074125" y="8908926"/>
            <a:ext cx="3292800" cy="7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216000" rIns="0" bIns="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>
              <a:spcBef>
                <a:spcPts val="3200"/>
              </a:spcBef>
              <a:spcAft>
                <a:spcPts val="0"/>
              </a:spcAft>
              <a:buNone/>
              <a:defRPr/>
            </a:lvl2pPr>
            <a:lvl3pPr>
              <a:spcBef>
                <a:spcPts val="3200"/>
              </a:spcBef>
              <a:spcAft>
                <a:spcPts val="0"/>
              </a:spcAft>
              <a:buNone/>
              <a:defRPr/>
            </a:lvl3pPr>
            <a:lvl4pPr>
              <a:spcBef>
                <a:spcPts val="3200"/>
              </a:spcBef>
              <a:spcAft>
                <a:spcPts val="0"/>
              </a:spcAft>
              <a:buNone/>
              <a:defRPr/>
            </a:lvl4pPr>
            <a:lvl5pPr>
              <a:spcBef>
                <a:spcPts val="3200"/>
              </a:spcBef>
              <a:spcAft>
                <a:spcPts val="0"/>
              </a:spcAft>
              <a:buNone/>
              <a:defRPr/>
            </a:lvl5pPr>
            <a:lvl6pPr>
              <a:spcBef>
                <a:spcPts val="3200"/>
              </a:spcBef>
              <a:spcAft>
                <a:spcPts val="0"/>
              </a:spcAft>
              <a:buNone/>
              <a:defRPr/>
            </a:lvl6pPr>
            <a:lvl7pPr>
              <a:spcBef>
                <a:spcPts val="3200"/>
              </a:spcBef>
              <a:spcAft>
                <a:spcPts val="0"/>
              </a:spcAft>
              <a:buNone/>
              <a:defRPr/>
            </a:lvl7pPr>
            <a:lvl8pPr>
              <a:spcBef>
                <a:spcPts val="3200"/>
              </a:spcBef>
              <a:spcAft>
                <a:spcPts val="0"/>
              </a:spcAft>
              <a:buNone/>
              <a:defRPr/>
            </a:lvl8pPr>
            <a:lvl9pPr>
              <a:spcBef>
                <a:spcPts val="3200"/>
              </a:spcBef>
              <a:spcAft>
                <a:spcPts val="320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18" name="Google Shape;618;p37">
            <a:extLst xmlns:a="http://schemas.openxmlformats.org/drawingml/2006/main">
              <a:ext uri="{FF2B5EF4-FFF2-40B4-BE49-F238E27FC236}">
                <a16:creationId xmlns:a16="http://schemas.microsoft.com/office/drawing/2014/main" id="{0893C916-5E3F-4B7F-8191-5CDC09EBA13C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1.xml><?xml version="1.0" encoding="utf-8"?>
<p:sldLayout xmlns:p="http://schemas.openxmlformats.org/presentationml/2006/main">
  <p:cSld name="CUSTOM_3_1_1_2_1_2_1_1_1_1_1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3" name="Google Shape;723;p44">
            <a:extLst xmlns:a="http://schemas.openxmlformats.org/drawingml/2006/main">
              <a:ext uri="{FF2B5EF4-FFF2-40B4-BE49-F238E27FC236}">
                <a16:creationId xmlns:a16="http://schemas.microsoft.com/office/drawing/2014/main" id="{04B7607D-7B46-432B-BD63-75E7263502F4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551850" y="2707200"/>
            <a:ext cx="100044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accent5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accent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24" name="Google Shape;724;p44">
            <a:extLst xmlns:a="http://schemas.openxmlformats.org/drawingml/2006/main">
              <a:ext uri="{FF2B5EF4-FFF2-40B4-BE49-F238E27FC236}">
                <a16:creationId xmlns:a16="http://schemas.microsoft.com/office/drawing/2014/main" id="{D977001A-86BA-4026-9CFF-A479EE20408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accent5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5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2.xml><?xml version="1.0" encoding="utf-8"?>
<p:sldLayout xmlns:p="http://schemas.openxmlformats.org/presentationml/2006/main">
  <p:cSld name="CUSTOM_3_1_1_2_1_2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3" name="Google Shape;663;p39">
            <a:extLst xmlns:a="http://schemas.openxmlformats.org/drawingml/2006/main">
              <a:ext uri="{FF2B5EF4-FFF2-40B4-BE49-F238E27FC236}">
                <a16:creationId xmlns:a16="http://schemas.microsoft.com/office/drawing/2014/main" id="{179A31ED-4507-484B-BF8A-DED4B609724E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9089997" y="7644591"/>
            <a:ext cx="2932500" cy="229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0" anchor="t">
            <a:noAutofit/>
          </a:bodyPr>
          <a:lstStyle xmlns:a="http://schemas.openxmlformats.org/drawingml/2006/main"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320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3200"/>
              </a:spcBef>
              <a:spcAft>
                <a:spcPts val="320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664" name="Google Shape;664;p39">
            <a:extLst xmlns:a="http://schemas.openxmlformats.org/drawingml/2006/main">
              <a:ext uri="{FF2B5EF4-FFF2-40B4-BE49-F238E27FC236}">
                <a16:creationId xmlns:a16="http://schemas.microsoft.com/office/drawing/2014/main" id="{70E1C68E-0DCC-417F-A6D9-67A9A6660DF3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24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65" name="Google Shape;665;p39">
            <a:extLst xmlns:a="http://schemas.openxmlformats.org/drawingml/2006/main">
              <a:ext uri="{FF2B5EF4-FFF2-40B4-BE49-F238E27FC236}">
                <a16:creationId xmlns:a16="http://schemas.microsoft.com/office/drawing/2014/main" id="{BEBE6227-8227-4880-99F9-AB7251D93B31}"/>
              </a:ext>
            </a:extLst>
          </p:cNvPr>
          <p:cNvSpPr/>
          <p:nvPr>
            <p:ph type="subTitle" idx="2"/>
          </p:nvPr>
        </p:nvSpPr>
        <p:spPr>
          <a:xfrm xmlns:a="http://schemas.openxmlformats.org/drawingml/2006/main">
            <a:off x="551850" y="2707200"/>
            <a:ext cx="10004400" cy="17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108000" rIns="91425" bIns="0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1pPr>
            <a:lvl2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2pPr>
            <a:lvl3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3pPr>
            <a:lvl4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4pPr>
            <a:lvl5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5pPr>
            <a:lvl6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6pPr>
            <a:lvl7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7pPr>
            <a:lvl8pPr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None/>
              <a:defRPr sz="3000">
                <a:solidFill>
                  <a:schemeClr val="lt1"/>
                </a:solidFill>
              </a:defRPr>
            </a:lvl8pPr>
            <a:lvl9pPr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None/>
              <a:defRPr sz="30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3.xml><?xml version="1.0" encoding="utf-8"?>
<p:sldLayout xmlns:p="http://schemas.openxmlformats.org/presentationml/2006/main">
  <p:cSld name="CUSTOM_3_1_1_2_1_2_1_1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1" name="Google Shape;341;p19">
            <a:extLst xmlns:a="http://schemas.openxmlformats.org/drawingml/2006/main">
              <a:ext uri="{FF2B5EF4-FFF2-40B4-BE49-F238E27FC236}">
                <a16:creationId xmlns:a16="http://schemas.microsoft.com/office/drawing/2014/main" id="{FAD3F697-E57C-4642-8BC7-65ECCB9C5473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42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4.xml><?xml version="1.0" encoding="utf-8"?>
<p:sldLayout xmlns:p="http://schemas.openxmlformats.org/presentationml/2006/main">
  <p:cSld name="CUSTOM_3_1_1_2_1_2_1_1_1_1_1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3" name="Google Shape;363;p21">
            <a:extLst xmlns:a="http://schemas.openxmlformats.org/drawingml/2006/main">
              <a:ext uri="{FF2B5EF4-FFF2-40B4-BE49-F238E27FC236}">
                <a16:creationId xmlns:a16="http://schemas.microsoft.com/office/drawing/2014/main" id="{7FFE3C49-D4F7-429D-BC3B-1B84927E736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92000" cy="42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5.xml><?xml version="1.0" encoding="utf-8"?>
<p:sldLayout xmlns:p="http://schemas.openxmlformats.org/presentationml/2006/main">
  <p:cSld name="CUSTOM_3_1_1_2_1_2">
    <p:bg>
      <p:bgPr>
        <a:solidFill xmlns:a="http://schemas.openxmlformats.org/drawingml/2006/main">
          <a:srgbClr val="4BD0A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8" name="Google Shape;308;p16">
            <a:extLst xmlns:a="http://schemas.openxmlformats.org/drawingml/2006/main">
              <a:ext uri="{FF2B5EF4-FFF2-40B4-BE49-F238E27FC236}">
                <a16:creationId xmlns:a16="http://schemas.microsoft.com/office/drawing/2014/main" id="{961562C0-BBF0-4219-85F2-78316CCB5277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9144000" y="7644600"/>
            <a:ext cx="2841600" cy="149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91425" bIns="0" anchor="t">
            <a:noAutofit/>
          </a:bodyPr>
          <a:lstStyle xmlns:a="http://schemas.openxmlformats.org/drawingml/2006/main">
            <a:lvl1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9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algn="ctr">
              <a:lnSpc>
                <a:spcPct val="5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309" name="Google Shape;309;p16">
            <a:extLst xmlns:a="http://schemas.openxmlformats.org/drawingml/2006/main">
              <a:ext uri="{FF2B5EF4-FFF2-40B4-BE49-F238E27FC236}">
                <a16:creationId xmlns:a16="http://schemas.microsoft.com/office/drawing/2014/main" id="{75B5B1CB-C21D-48D7-AF19-1E20DCF9322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2862800" cy="470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3600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9600" b="1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6.xml><?xml version="1.0" encoding="utf-8"?>
<p:sldLayout xmlns:p="http://schemas.openxmlformats.org/presentationml/2006/main">
  <p:cSld name="CUSTOM_3_1_1_2_2_2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1" name="Google Shape;421;p28">
            <a:extLst xmlns:a="http://schemas.openxmlformats.org/drawingml/2006/main">
              <a:ext uri="{FF2B5EF4-FFF2-40B4-BE49-F238E27FC236}">
                <a16:creationId xmlns:a16="http://schemas.microsoft.com/office/drawing/2014/main" id="{F55D41CF-65D0-4C2A-A2FB-3673E070D17D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51850" y="2952000"/>
            <a:ext cx="8592300" cy="5205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>
                <a:solidFill>
                  <a:srgbClr val="FFFFFF"/>
                </a:solidFill>
              </a:defRPr>
            </a:lvl1pPr>
            <a:lvl2pPr marL="914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rgbClr val="FFFFFF"/>
                </a:solidFill>
              </a:defRPr>
            </a:lvl2pPr>
            <a:lvl3pPr marL="1371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rgbClr val="FFFFFF"/>
                </a:solidFill>
              </a:defRPr>
            </a:lvl3pPr>
            <a:lvl4pPr marL="18288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rgbClr val="FFFFFF"/>
                </a:solidFill>
              </a:defRPr>
            </a:lvl4pPr>
            <a:lvl5pPr marL="22860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rgbClr val="FFFFFF"/>
                </a:solidFill>
              </a:defRPr>
            </a:lvl5pPr>
            <a:lvl6pPr marL="27432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3000">
                <a:solidFill>
                  <a:srgbClr val="FFFFFF"/>
                </a:solidFill>
              </a:defRPr>
            </a:lvl6pPr>
            <a:lvl7pPr marL="32004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3000">
                <a:solidFill>
                  <a:srgbClr val="FFFFFF"/>
                </a:solidFill>
              </a:defRPr>
            </a:lvl7pPr>
            <a:lvl8pPr marL="3657600" indent="-4191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3000">
                <a:solidFill>
                  <a:srgbClr val="FFFFFF"/>
                </a:solidFill>
              </a:defRPr>
            </a:lvl8pPr>
            <a:lvl9pPr marL="4114800" indent="-4191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3000"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22" name="Google Shape;422;p28">
            <a:extLst xmlns:a="http://schemas.openxmlformats.org/drawingml/2006/main">
              <a:ext uri="{FF2B5EF4-FFF2-40B4-BE49-F238E27FC236}">
                <a16:creationId xmlns:a16="http://schemas.microsoft.com/office/drawing/2014/main" id="{786272A7-916E-445A-BEEE-58BECB424327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5721200" cy="73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29" name="Google Shape;429;p28">
            <a:extLst xmlns:a="http://schemas.openxmlformats.org/drawingml/2006/main">
              <a:ext uri="{FF2B5EF4-FFF2-40B4-BE49-F238E27FC236}">
                <a16:creationId xmlns:a16="http://schemas.microsoft.com/office/drawing/2014/main" id="{4A63AFE2-8526-40AC-96F9-7488E2B1506E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551850" y="9396000"/>
            <a:ext cx="7146000" cy="24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3200"/>
              </a:spcBef>
              <a:spcAft>
                <a:spcPts val="320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7.xml><?xml version="1.0" encoding="utf-8"?>
<p:sldLayout xmlns:p="http://schemas.openxmlformats.org/presentationml/2006/main">
  <p:cSld name="CUSTOM_3_1_1_2_2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5">
            <a:extLst xmlns:a="http://schemas.openxmlformats.org/drawingml/2006/main">
              <a:ext uri="{FF2B5EF4-FFF2-40B4-BE49-F238E27FC236}">
                <a16:creationId xmlns:a16="http://schemas.microsoft.com/office/drawing/2014/main" id="{3A2F33D3-308E-4C39-8187-116542E4DD30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551850" y="489600"/>
            <a:ext cx="14288100" cy="14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000000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2pPr>
            <a:lvl3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3pPr>
            <a:lvl4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4pPr>
            <a:lvl5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5pPr>
            <a:lvl6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6pPr>
            <a:lvl7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7pPr>
            <a:lvl8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8pPr>
            <a:lvl9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b="1"/>
            </a:lvl9pPr>
          </a:lstStyle>
          <a:p xmlns:a="http://schemas.openxmlformats.org/drawingml/2006/main"/>
        </p:txBody>
      </p:sp>
      <p:sp>
        <p:nvSpPr>
          <p:cNvPr id="48" name="Google Shape;48;p5">
            <a:extLst xmlns:a="http://schemas.openxmlformats.org/drawingml/2006/main">
              <a:ext uri="{FF2B5EF4-FFF2-40B4-BE49-F238E27FC236}">
                <a16:creationId xmlns:a16="http://schemas.microsoft.com/office/drawing/2014/main" id="{6C6FC407-1CF2-4FF0-BF93-FB214311440A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551850" y="9396000"/>
            <a:ext cx="7146000" cy="24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1pPr>
            <a:lvl2pPr marL="914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2pPr>
            <a:lvl3pPr marL="1371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3pPr>
            <a:lvl4pPr marL="1828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4pPr>
            <a:lvl5pPr marL="22860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5pPr>
            <a:lvl6pPr marL="2743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6pPr>
            <a:lvl7pPr marL="3200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400">
                <a:solidFill>
                  <a:srgbClr val="999999"/>
                </a:solidFill>
              </a:defRPr>
            </a:lvl7pPr>
            <a:lvl8pPr marL="3657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400">
                <a:solidFill>
                  <a:srgbClr val="999999"/>
                </a:solidFill>
              </a:defRPr>
            </a:lvl8pPr>
            <a:lvl9pPr marL="4114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400">
                <a:solidFill>
                  <a:srgbClr val="999999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1" name="Google Shape;51;p5">
            <a:extLst xmlns:a="http://schemas.openxmlformats.org/drawingml/2006/main">
              <a:ext uri="{FF2B5EF4-FFF2-40B4-BE49-F238E27FC236}">
                <a16:creationId xmlns:a16="http://schemas.microsoft.com/office/drawing/2014/main" id="{8EFE23B1-3B51-4289-99B4-AA91994EA870}"/>
              </a:ext>
            </a:extLst>
          </p:cNvPr>
          <p:cNvSpPr/>
          <p:nvPr>
            <p:ph type="body" idx="2"/>
          </p:nvPr>
        </p:nvSpPr>
        <p:spPr>
          <a:xfrm xmlns:a="http://schemas.openxmlformats.org/drawingml/2006/main">
            <a:off x="551850" y="2217600"/>
            <a:ext cx="7146000" cy="717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0" tIns="108000" rIns="0" bIns="0" anchor="t">
            <a:noAutofit/>
          </a:bodyPr>
          <a:lstStyle xmlns:a="http://schemas.openxmlformats.org/drawingml/2006/main">
            <a:lvl1pPr marL="457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1pPr>
            <a:lvl2pPr marL="914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2pPr>
            <a:lvl3pPr marL="1371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3pPr>
            <a:lvl4pPr marL="1828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4pPr>
            <a:lvl5pPr marL="22860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5pPr>
            <a:lvl6pPr marL="27432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6pPr>
            <a:lvl7pPr marL="32004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3000"/>
            </a:lvl7pPr>
            <a:lvl8pPr marL="36576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3000"/>
            </a:lvl8pPr>
            <a:lvl9pPr marL="4114800" indent="-419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3000"/>
            </a:lvl9pPr>
          </a:lstStyle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4c4bd45c5ed4d69" /><Relationship Type="http://schemas.openxmlformats.org/officeDocument/2006/relationships/slideLayout" Target="/ppt/slideLayouts/slideLayout2.xml" Id="Rf03715c09ecd4a2a" /><Relationship Type="http://schemas.openxmlformats.org/officeDocument/2006/relationships/slideLayout" Target="/ppt/slideLayouts/slideLayout3.xml" Id="Re53b3d7d25f24e77" /><Relationship Type="http://schemas.openxmlformats.org/officeDocument/2006/relationships/slideLayout" Target="/ppt/slideLayouts/slideLayout4.xml" Id="R58cccd2227b44a5c" /><Relationship Type="http://schemas.openxmlformats.org/officeDocument/2006/relationships/slideLayout" Target="/ppt/slideLayouts/slideLayout5.xml" Id="R261c90ba848041c0" /><Relationship Type="http://schemas.openxmlformats.org/officeDocument/2006/relationships/slideLayout" Target="/ppt/slideLayouts/slideLayout6.xml" Id="R9822496caedf4acf" /><Relationship Type="http://schemas.openxmlformats.org/officeDocument/2006/relationships/slideLayout" Target="/ppt/slideLayouts/slideLayout7.xml" Id="R5f614e18c47d40a3" /><Relationship Type="http://schemas.openxmlformats.org/officeDocument/2006/relationships/slideLayout" Target="/ppt/slideLayouts/slideLayout8.xml" Id="R9f2f3ffe3c1947d8" /><Relationship Type="http://schemas.openxmlformats.org/officeDocument/2006/relationships/slideLayout" Target="/ppt/slideLayouts/slideLayout9.xml" Id="Rd1cfbdcb203e409d" /><Relationship Type="http://schemas.openxmlformats.org/officeDocument/2006/relationships/slideLayout" Target="/ppt/slideLayouts/slideLayout10.xml" Id="R8e355c22af084651" /><Relationship Type="http://schemas.openxmlformats.org/officeDocument/2006/relationships/slideLayout" Target="/ppt/slideLayouts/slideLayout11.xml" Id="R204f362cfb1647e2" /><Relationship Type="http://schemas.openxmlformats.org/officeDocument/2006/relationships/slideLayout" Target="/ppt/slideLayouts/slideLayout12.xml" Id="Rfaa45052850742f9" /><Relationship Type="http://schemas.openxmlformats.org/officeDocument/2006/relationships/slideLayout" Target="/ppt/slideLayouts/slideLayout13.xml" Id="R663ced420b764c63" /><Relationship Type="http://schemas.openxmlformats.org/officeDocument/2006/relationships/slideLayout" Target="/ppt/slideLayouts/slideLayout14.xml" Id="Rf62322ac50a54109" /><Relationship Type="http://schemas.openxmlformats.org/officeDocument/2006/relationships/slideLayout" Target="/ppt/slideLayouts/slideLayout15.xml" Id="Rd973d5507cbc437d" /><Relationship Type="http://schemas.openxmlformats.org/officeDocument/2006/relationships/slideLayout" Target="/ppt/slideLayouts/slideLayout16.xml" Id="Rf49da3a7e26c4a61" /><Relationship Type="http://schemas.openxmlformats.org/officeDocument/2006/relationships/slideLayout" Target="/ppt/slideLayouts/slideLayout17.xml" Id="Rb3f37b31a2fc41be" /><Relationship Type="http://schemas.openxmlformats.org/officeDocument/2006/relationships/slideLayout" Target="/ppt/slideLayouts/slideLayout18.xml" Id="R6b44b1822b664fce" /><Relationship Type="http://schemas.openxmlformats.org/officeDocument/2006/relationships/slideLayout" Target="/ppt/slideLayouts/slideLayout19.xml" Id="Ree3cb81c7edf4f0d" /><Relationship Type="http://schemas.openxmlformats.org/officeDocument/2006/relationships/slideLayout" Target="/ppt/slideLayouts/slideLayout20.xml" Id="R38f002244a3c496a" /><Relationship Type="http://schemas.openxmlformats.org/officeDocument/2006/relationships/slideLayout" Target="/ppt/slideLayouts/slideLayout21.xml" Id="Rf44ad692ed4146b2" /><Relationship Type="http://schemas.openxmlformats.org/officeDocument/2006/relationships/slideLayout" Target="/ppt/slideLayouts/slideLayout22.xml" Id="Ra5c7cd67b0f94194" /><Relationship Type="http://schemas.openxmlformats.org/officeDocument/2006/relationships/slideLayout" Target="/ppt/slideLayouts/slideLayout23.xml" Id="Rf7cc7d5194aa4ebd" /><Relationship Type="http://schemas.openxmlformats.org/officeDocument/2006/relationships/slideLayout" Target="/ppt/slideLayouts/slideLayout24.xml" Id="Rf3d870d2302d438f" /><Relationship Type="http://schemas.openxmlformats.org/officeDocument/2006/relationships/slideLayout" Target="/ppt/slideLayouts/slideLayout25.xml" Id="R2790fa2c4dd04043" /><Relationship Type="http://schemas.openxmlformats.org/officeDocument/2006/relationships/slideLayout" Target="/ppt/slideLayouts/slideLayout26.xml" Id="R6dc2a4dbf3fc4b22" /><Relationship Type="http://schemas.openxmlformats.org/officeDocument/2006/relationships/slideLayout" Target="/ppt/slideLayouts/slideLayout27.xml" Id="R839d96ee8a744060" /><Relationship Type="http://schemas.openxmlformats.org/officeDocument/2006/relationships/slideLayout" Target="/ppt/slideLayouts/slideLayout28.xml" Id="Rb9dc67c662174c4f" /><Relationship Type="http://schemas.openxmlformats.org/officeDocument/2006/relationships/slideLayout" Target="/ppt/slideLayouts/slideLayout29.xml" Id="R19f1b00b6d7241e4" /><Relationship Type="http://schemas.openxmlformats.org/officeDocument/2006/relationships/slideLayout" Target="/ppt/slideLayouts/slideLayout30.xml" Id="R1dc00f7aa134438a" /><Relationship Type="http://schemas.openxmlformats.org/officeDocument/2006/relationships/slideLayout" Target="/ppt/slideLayouts/slideLayout31.xml" Id="R79d717674dc149d5" /><Relationship Type="http://schemas.openxmlformats.org/officeDocument/2006/relationships/slideLayout" Target="/ppt/slideLayouts/slideLayout32.xml" Id="R4eec18776c8a4450" /><Relationship Type="http://schemas.openxmlformats.org/officeDocument/2006/relationships/slideLayout" Target="/ppt/slideLayouts/slideLayout33.xml" Id="R67299f14382e4807" /><Relationship Type="http://schemas.openxmlformats.org/officeDocument/2006/relationships/slideLayout" Target="/ppt/slideLayouts/slideLayout34.xml" Id="R519c2de8d8fe4165" /><Relationship Type="http://schemas.openxmlformats.org/officeDocument/2006/relationships/slideLayout" Target="/ppt/slideLayouts/slideLayout35.xml" Id="R4cb35d00669742ad" /><Relationship Type="http://schemas.openxmlformats.org/officeDocument/2006/relationships/slideLayout" Target="/ppt/slideLayouts/slideLayout36.xml" Id="Ra6040348c0494fcf" /><Relationship Type="http://schemas.openxmlformats.org/officeDocument/2006/relationships/slideLayout" Target="/ppt/slideLayouts/slideLayout37.xml" Id="R15d1b898225d4163" /><Relationship Type="http://schemas.openxmlformats.org/officeDocument/2006/relationships/slideLayout" Target="/ppt/slideLayouts/slideLayout38.xml" Id="R365894c74b184e2a" /><Relationship Type="http://schemas.openxmlformats.org/officeDocument/2006/relationships/slideLayout" Target="/ppt/slideLayouts/slideLayout39.xml" Id="Rd3a025f410924494" /><Relationship Type="http://schemas.openxmlformats.org/officeDocument/2006/relationships/slideLayout" Target="/ppt/slideLayouts/slideLayout40.xml" Id="R3f5a0005f2744cf9" /><Relationship Type="http://schemas.openxmlformats.org/officeDocument/2006/relationships/slideLayout" Target="/ppt/slideLayouts/slideLayout41.xml" Id="R6af02c8aa8ba4db9" /><Relationship Type="http://schemas.openxmlformats.org/officeDocument/2006/relationships/slideLayout" Target="/ppt/slideLayouts/slideLayout42.xml" Id="R6c4b1c9d71714794" /><Relationship Type="http://schemas.openxmlformats.org/officeDocument/2006/relationships/slideLayout" Target="/ppt/slideLayouts/slideLayout43.xml" Id="R3c6a62fb2d924b40" /><Relationship Type="http://schemas.openxmlformats.org/officeDocument/2006/relationships/slideLayout" Target="/ppt/slideLayouts/slideLayout44.xml" Id="R7d045b177d5847e1" /><Relationship Type="http://schemas.openxmlformats.org/officeDocument/2006/relationships/slideLayout" Target="/ppt/slideLayouts/slideLayout45.xml" Id="Rbab3c4cfc4f44b54" /><Relationship Type="http://schemas.openxmlformats.org/officeDocument/2006/relationships/slideLayout" Target="/ppt/slideLayouts/slideLayout46.xml" Id="R33c19e1023ca407c" /><Relationship Type="http://schemas.openxmlformats.org/officeDocument/2006/relationships/slideLayout" Target="/ppt/slideLayouts/slideLayout47.xml" Id="R1bdcd72faa7b4fbb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6" name="Google Shape;386;p24">
            <a:extLst xmlns:a="http://schemas.openxmlformats.org/drawingml/2006/main">
              <a:ext uri="{FF2B5EF4-FFF2-40B4-BE49-F238E27FC236}">
                <a16:creationId xmlns:a16="http://schemas.microsoft.com/office/drawing/2014/main" id="{07FDCDF8-FE92-43DC-A5AE-77E37F87E7BF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23400" y="890050"/>
            <a:ext cx="17041200" cy="11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50" tIns="182850" rIns="182850" bIns="18285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/>
        </p:txBody>
      </p:sp>
      <p:sp>
        <p:nvSpPr>
          <p:cNvPr id="387" name="Google Shape;387;p24">
            <a:extLst xmlns:a="http://schemas.openxmlformats.org/drawingml/2006/main">
              <a:ext uri="{FF2B5EF4-FFF2-40B4-BE49-F238E27FC236}">
                <a16:creationId xmlns:a16="http://schemas.microsoft.com/office/drawing/2014/main" id="{41CD6965-6641-4A26-B03E-2BBF2D8BD856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623400" y="2304950"/>
            <a:ext cx="17041200" cy="68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50" tIns="182850" rIns="182850" bIns="182850" anchor="t">
            <a:noAutofit/>
          </a:bodyPr>
          <a:lstStyle xmlns:a="http://schemas.openxmlformats.org/drawingml/2006/main">
            <a:lvl1pPr marL="457200" indent="-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3600">
                <a:latin typeface="Proxima Nova"/>
                <a:ea typeface="Proxima Nova"/>
                <a:cs typeface="Proxima Nova"/>
              </a:defRPr>
            </a:lvl1pPr>
            <a:lvl2pPr marL="9144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2pPr>
            <a:lvl3pPr marL="13716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3pPr>
            <a:lvl4pPr marL="18288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4pPr>
            <a:lvl5pPr marL="22860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5pPr>
            <a:lvl6pPr marL="27432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6pPr>
            <a:lvl7pPr marL="32004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7pPr>
            <a:lvl8pPr marL="3657600" indent="-406400">
              <a:lnSpc>
                <a:spcPct val="115000"/>
              </a:lnSpc>
              <a:spcBef>
                <a:spcPts val="320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8pPr>
            <a:lvl9pPr marL="4114800" indent="-406400">
              <a:lnSpc>
                <a:spcPct val="115000"/>
              </a:lnSpc>
              <a:spcBef>
                <a:spcPts val="3200"/>
              </a:spcBef>
              <a:spcAft>
                <a:spcPts val="320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/>
        </p:txBody>
      </p:sp>
      <p:sp>
        <p:nvSpPr>
          <p:cNvPr id="388" name="Google Shape;388;p24">
            <a:extLst xmlns:a="http://schemas.openxmlformats.org/drawingml/2006/main">
              <a:ext uri="{FF2B5EF4-FFF2-40B4-BE49-F238E27FC236}">
                <a16:creationId xmlns:a16="http://schemas.microsoft.com/office/drawing/2014/main" id="{6A3418F2-1912-4DF6-9FF4-A1EAD5518893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16944916" y="9326434"/>
            <a:ext cx="1097400" cy="78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50" tIns="182850" rIns="182850" bIns="182850" anchor="ctr">
            <a:noAutofit/>
          </a:bodyPr>
          <a:lstStyle xmlns:a="http://schemas.openxmlformats.org/drawingml/2006/main">
            <a:lvl1pPr algn="r">
              <a:buNone/>
              <a:defRPr sz="2000">
                <a:solidFill>
                  <a:schemeClr val="dk2"/>
                </a:solidFill>
              </a:defRPr>
            </a:lvl1pPr>
            <a:lvl2pPr algn="r">
              <a:buNone/>
              <a:defRPr sz="2000">
                <a:solidFill>
                  <a:schemeClr val="dk2"/>
                </a:solidFill>
              </a:defRPr>
            </a:lvl2pPr>
            <a:lvl3pPr algn="r">
              <a:buNone/>
              <a:defRPr sz="2000">
                <a:solidFill>
                  <a:schemeClr val="dk2"/>
                </a:solidFill>
              </a:defRPr>
            </a:lvl3pPr>
            <a:lvl4pPr algn="r">
              <a:buNone/>
              <a:defRPr sz="2000">
                <a:solidFill>
                  <a:schemeClr val="dk2"/>
                </a:solidFill>
              </a:defRPr>
            </a:lvl4pPr>
            <a:lvl5pPr algn="r">
              <a:buNone/>
              <a:defRPr sz="2000">
                <a:solidFill>
                  <a:schemeClr val="dk2"/>
                </a:solidFill>
              </a:defRPr>
            </a:lvl5pPr>
            <a:lvl6pPr algn="r">
              <a:buNone/>
              <a:defRPr sz="2000">
                <a:solidFill>
                  <a:schemeClr val="dk2"/>
                </a:solidFill>
              </a:defRPr>
            </a:lvl6pPr>
            <a:lvl7pPr algn="r">
              <a:buNone/>
              <a:defRPr sz="2000">
                <a:solidFill>
                  <a:schemeClr val="dk2"/>
                </a:solidFill>
              </a:defRPr>
            </a:lvl7pPr>
            <a:lvl8pPr algn="r">
              <a:buNone/>
              <a:defRPr sz="2000">
                <a:solidFill>
                  <a:schemeClr val="dk2"/>
                </a:solidFill>
              </a:defRPr>
            </a:lvl8pPr>
            <a:lvl9pPr algn="r">
              <a:buNone/>
              <a:defRPr sz="2000"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E625A2D4-10D9-474B-B561-F191729EAC44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23400" y="890050"/>
            <a:ext cx="17041200" cy="11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50" tIns="182850" rIns="182850" bIns="182850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5600"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BF41855D-EA2F-40A7-81FD-44C669CA4369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623400" y="2304950"/>
            <a:ext cx="17041200" cy="68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50" tIns="182850" rIns="182850" bIns="182850" anchor="t">
            <a:noAutofit/>
          </a:bodyPr>
          <a:lstStyle xmlns:a="http://schemas.openxmlformats.org/drawingml/2006/main">
            <a:lvl1pPr marL="457200" indent="-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3600">
                <a:latin typeface="Proxima Nova"/>
                <a:ea typeface="Proxima Nova"/>
                <a:cs typeface="Proxima Nova"/>
              </a:defRPr>
            </a:lvl1pPr>
            <a:lvl2pPr marL="9144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2pPr>
            <a:lvl3pPr marL="13716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3pPr>
            <a:lvl4pPr marL="18288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4pPr>
            <a:lvl5pPr marL="22860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5pPr>
            <a:lvl6pPr marL="27432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6pPr>
            <a:lvl7pPr marL="32004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2800">
                <a:latin typeface="Proxima Nova"/>
                <a:ea typeface="Proxima Nova"/>
                <a:cs typeface="Proxima Nova"/>
              </a:defRPr>
            </a:lvl7pPr>
            <a:lvl8pPr marL="36576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2800">
                <a:latin typeface="Proxima Nova"/>
                <a:ea typeface="Proxima Nova"/>
                <a:cs typeface="Proxima Nova"/>
              </a:defRPr>
            </a:lvl8pPr>
            <a:lvl9pPr marL="4114800" indent="-406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2800"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090F223F-A54C-4560-B932-81DA0F8D5804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16944916" y="9326434"/>
            <a:ext cx="1097400" cy="78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50" tIns="182850" rIns="182850" bIns="182850" anchor="ctr">
            <a:noAutofit/>
          </a:bodyPr>
          <a:lstStyle xmlns:a="http://schemas.openxmlformats.org/drawingml/2006/main">
            <a:lvl1pPr algn="r">
              <a:buNone/>
              <a:defRPr sz="2000">
                <a:solidFill>
                  <a:schemeClr val="dk2"/>
                </a:solidFill>
              </a:defRPr>
            </a:lvl1pPr>
            <a:lvl2pPr algn="r">
              <a:buNone/>
              <a:defRPr sz="2000">
                <a:solidFill>
                  <a:schemeClr val="dk2"/>
                </a:solidFill>
              </a:defRPr>
            </a:lvl2pPr>
            <a:lvl3pPr algn="r">
              <a:buNone/>
              <a:defRPr sz="2000">
                <a:solidFill>
                  <a:schemeClr val="dk2"/>
                </a:solidFill>
              </a:defRPr>
            </a:lvl3pPr>
            <a:lvl4pPr algn="r">
              <a:buNone/>
              <a:defRPr sz="2000">
                <a:solidFill>
                  <a:schemeClr val="dk2"/>
                </a:solidFill>
              </a:defRPr>
            </a:lvl4pPr>
            <a:lvl5pPr algn="r">
              <a:buNone/>
              <a:defRPr sz="2000">
                <a:solidFill>
                  <a:schemeClr val="dk2"/>
                </a:solidFill>
              </a:defRPr>
            </a:lvl5pPr>
            <a:lvl6pPr algn="r">
              <a:buNone/>
              <a:defRPr sz="2000">
                <a:solidFill>
                  <a:schemeClr val="dk2"/>
                </a:solidFill>
              </a:defRPr>
            </a:lvl6pPr>
            <a:lvl7pPr algn="r">
              <a:buNone/>
              <a:defRPr sz="2000">
                <a:solidFill>
                  <a:schemeClr val="dk2"/>
                </a:solidFill>
              </a:defRPr>
            </a:lvl7pPr>
            <a:lvl8pPr algn="r">
              <a:buNone/>
              <a:defRPr sz="2000">
                <a:solidFill>
                  <a:schemeClr val="dk2"/>
                </a:solidFill>
              </a:defRPr>
            </a:lvl8pPr>
            <a:lvl9pPr algn="r">
              <a:buNone/>
              <a:defRPr sz="2000"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3715c09ecd4a2a"/>
    <p:sldLayoutId xmlns:r="http://schemas.openxmlformats.org/officeDocument/2006/relationships" id="2147483650" r:id="Re53b3d7d25f24e77"/>
    <p:sldLayoutId xmlns:r="http://schemas.openxmlformats.org/officeDocument/2006/relationships" id="2147483651" r:id="R58cccd2227b44a5c"/>
    <p:sldLayoutId xmlns:r="http://schemas.openxmlformats.org/officeDocument/2006/relationships" id="2147483652" r:id="R261c90ba848041c0"/>
    <p:sldLayoutId xmlns:r="http://schemas.openxmlformats.org/officeDocument/2006/relationships" id="2147483653" r:id="R9822496caedf4acf"/>
    <p:sldLayoutId xmlns:r="http://schemas.openxmlformats.org/officeDocument/2006/relationships" id="2147483654" r:id="R5f614e18c47d40a3"/>
    <p:sldLayoutId xmlns:r="http://schemas.openxmlformats.org/officeDocument/2006/relationships" id="2147483655" r:id="R9f2f3ffe3c1947d8"/>
    <p:sldLayoutId xmlns:r="http://schemas.openxmlformats.org/officeDocument/2006/relationships" id="2147483656" r:id="Rd1cfbdcb203e409d"/>
    <p:sldLayoutId xmlns:r="http://schemas.openxmlformats.org/officeDocument/2006/relationships" id="2147483657" r:id="R8e355c22af084651"/>
    <p:sldLayoutId xmlns:r="http://schemas.openxmlformats.org/officeDocument/2006/relationships" id="2147483658" r:id="R204f362cfb1647e2"/>
    <p:sldLayoutId xmlns:r="http://schemas.openxmlformats.org/officeDocument/2006/relationships" id="2147483659" r:id="Rfaa45052850742f9"/>
    <p:sldLayoutId xmlns:r="http://schemas.openxmlformats.org/officeDocument/2006/relationships" id="2147483660" r:id="R663ced420b764c63"/>
    <p:sldLayoutId xmlns:r="http://schemas.openxmlformats.org/officeDocument/2006/relationships" id="2147483661" r:id="Rf62322ac50a54109"/>
    <p:sldLayoutId xmlns:r="http://schemas.openxmlformats.org/officeDocument/2006/relationships" id="2147483662" r:id="Rd973d5507cbc437d"/>
    <p:sldLayoutId xmlns:r="http://schemas.openxmlformats.org/officeDocument/2006/relationships" id="2147483663" r:id="Rf49da3a7e26c4a61"/>
    <p:sldLayoutId xmlns:r="http://schemas.openxmlformats.org/officeDocument/2006/relationships" id="2147483664" r:id="Rb3f37b31a2fc41be"/>
    <p:sldLayoutId xmlns:r="http://schemas.openxmlformats.org/officeDocument/2006/relationships" id="2147483665" r:id="R6b44b1822b664fce"/>
    <p:sldLayoutId xmlns:r="http://schemas.openxmlformats.org/officeDocument/2006/relationships" id="2147483666" r:id="Ree3cb81c7edf4f0d"/>
    <p:sldLayoutId xmlns:r="http://schemas.openxmlformats.org/officeDocument/2006/relationships" id="2147483667" r:id="R38f002244a3c496a"/>
    <p:sldLayoutId xmlns:r="http://schemas.openxmlformats.org/officeDocument/2006/relationships" id="2147483668" r:id="Rf44ad692ed4146b2"/>
    <p:sldLayoutId xmlns:r="http://schemas.openxmlformats.org/officeDocument/2006/relationships" id="2147483669" r:id="Ra5c7cd67b0f94194"/>
    <p:sldLayoutId xmlns:r="http://schemas.openxmlformats.org/officeDocument/2006/relationships" id="2147483670" r:id="Rf7cc7d5194aa4ebd"/>
    <p:sldLayoutId xmlns:r="http://schemas.openxmlformats.org/officeDocument/2006/relationships" id="2147483671" r:id="Rf3d870d2302d438f"/>
    <p:sldLayoutId xmlns:r="http://schemas.openxmlformats.org/officeDocument/2006/relationships" id="2147483672" r:id="R2790fa2c4dd04043"/>
    <p:sldLayoutId xmlns:r="http://schemas.openxmlformats.org/officeDocument/2006/relationships" id="2147483673" r:id="R6dc2a4dbf3fc4b22"/>
    <p:sldLayoutId xmlns:r="http://schemas.openxmlformats.org/officeDocument/2006/relationships" id="2147483674" r:id="R839d96ee8a744060"/>
    <p:sldLayoutId xmlns:r="http://schemas.openxmlformats.org/officeDocument/2006/relationships" id="2147483675" r:id="Rb9dc67c662174c4f"/>
    <p:sldLayoutId xmlns:r="http://schemas.openxmlformats.org/officeDocument/2006/relationships" id="2147483676" r:id="R19f1b00b6d7241e4"/>
    <p:sldLayoutId xmlns:r="http://schemas.openxmlformats.org/officeDocument/2006/relationships" id="2147483677" r:id="R1dc00f7aa134438a"/>
    <p:sldLayoutId xmlns:r="http://schemas.openxmlformats.org/officeDocument/2006/relationships" id="2147483678" r:id="R79d717674dc149d5"/>
    <p:sldLayoutId xmlns:r="http://schemas.openxmlformats.org/officeDocument/2006/relationships" id="2147483679" r:id="R4eec18776c8a4450"/>
    <p:sldLayoutId xmlns:r="http://schemas.openxmlformats.org/officeDocument/2006/relationships" id="2147483680" r:id="R67299f14382e4807"/>
    <p:sldLayoutId xmlns:r="http://schemas.openxmlformats.org/officeDocument/2006/relationships" id="2147483681" r:id="R519c2de8d8fe4165"/>
    <p:sldLayoutId xmlns:r="http://schemas.openxmlformats.org/officeDocument/2006/relationships" id="2147483682" r:id="R4cb35d00669742ad"/>
    <p:sldLayoutId xmlns:r="http://schemas.openxmlformats.org/officeDocument/2006/relationships" id="2147483683" r:id="Ra6040348c0494fcf"/>
    <p:sldLayoutId xmlns:r="http://schemas.openxmlformats.org/officeDocument/2006/relationships" id="2147483684" r:id="R15d1b898225d4163"/>
    <p:sldLayoutId xmlns:r="http://schemas.openxmlformats.org/officeDocument/2006/relationships" id="2147483685" r:id="R365894c74b184e2a"/>
    <p:sldLayoutId xmlns:r="http://schemas.openxmlformats.org/officeDocument/2006/relationships" id="2147483686" r:id="Rd3a025f410924494"/>
    <p:sldLayoutId xmlns:r="http://schemas.openxmlformats.org/officeDocument/2006/relationships" id="2147483687" r:id="R3f5a0005f2744cf9"/>
    <p:sldLayoutId xmlns:r="http://schemas.openxmlformats.org/officeDocument/2006/relationships" id="2147483688" r:id="R6af02c8aa8ba4db9"/>
    <p:sldLayoutId xmlns:r="http://schemas.openxmlformats.org/officeDocument/2006/relationships" id="2147483689" r:id="R6c4b1c9d71714794"/>
    <p:sldLayoutId xmlns:r="http://schemas.openxmlformats.org/officeDocument/2006/relationships" id="2147483690" r:id="R3c6a62fb2d924b40"/>
    <p:sldLayoutId xmlns:r="http://schemas.openxmlformats.org/officeDocument/2006/relationships" id="2147483691" r:id="R7d045b177d5847e1"/>
    <p:sldLayoutId xmlns:r="http://schemas.openxmlformats.org/officeDocument/2006/relationships" id="2147483692" r:id="Rbab3c4cfc4f44b54"/>
    <p:sldLayoutId xmlns:r="http://schemas.openxmlformats.org/officeDocument/2006/relationships" id="2147483693" r:id="R33c19e1023ca407c"/>
    <p:sldLayoutId xmlns:r="http://schemas.openxmlformats.org/officeDocument/2006/relationships" id="2147483694" r:id="R1bdcd72faa7b4fbb"/>
  </p:sldLayoutIdLst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48011a4b2b244773" /><Relationship Type="http://schemas.openxmlformats.org/officeDocument/2006/relationships/notesSlide" Target="/ppt/notesSlides/notesSlide1.xml" Id="Rfe4277c7729d46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a308045d6a9e47bb" /><Relationship Type="http://schemas.openxmlformats.org/officeDocument/2006/relationships/notesSlide" Target="/ppt/notesSlides/notesSlide2.xml" Id="Rb0b50b9cc06644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ef732be3babd45be" /><Relationship Type="http://schemas.openxmlformats.org/officeDocument/2006/relationships/notesSlide" Target="/ppt/notesSlides/notesSlide3.xml" Id="R2c9c935f580047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f786b1721a9249a0" /><Relationship Type="http://schemas.openxmlformats.org/officeDocument/2006/relationships/notesSlide" Target="/ppt/notesSlides/notesSlide4.xml" Id="Rba5014da994241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94ec3d0abd3e40a2" /><Relationship Type="http://schemas.openxmlformats.org/officeDocument/2006/relationships/notesSlide" Target="/ppt/notesSlides/notesSlide5.xml" Id="R69eec7db0e2940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7444b90c05794285" /><Relationship Type="http://schemas.openxmlformats.org/officeDocument/2006/relationships/notesSlide" Target="/ppt/notesSlides/notesSlide6.xml" Id="Rf242179e218b44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80f02d885c424866" /><Relationship Type="http://schemas.openxmlformats.org/officeDocument/2006/relationships/notesSlide" Target="/ppt/notesSlides/notesSlide7.xml" Id="Rfc8b07ef24314a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af2cce25de4347" /><Relationship Type="http://schemas.openxmlformats.org/officeDocument/2006/relationships/notesSlide" Target="/ppt/notesSlides/notesSlide8.xml" Id="Rafa26ac003d442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0eaac99d76fd4342" /><Relationship Type="http://schemas.openxmlformats.org/officeDocument/2006/relationships/notesSlide" Target="/ppt/notesSlides/notesSlide9.xml" Id="R2a621b6b283d47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508cf4f6dd1b484b" /><Relationship Type="http://schemas.openxmlformats.org/officeDocument/2006/relationships/notesSlide" Target="/ppt/notesSlides/notesSlide10.xml" Id="Rd2ce127698c349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513ecc0b49b84fd7" /><Relationship Type="http://schemas.openxmlformats.org/officeDocument/2006/relationships/notesSlide" Target="/ppt/notesSlides/notesSlide11.xml" Id="Rbe748929ce7b4f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a8e47fe48e3549f7" /><Relationship Type="http://schemas.openxmlformats.org/officeDocument/2006/relationships/notesSlide" Target="/ppt/notesSlides/notesSlide12.xml" Id="Ra178b422bd464a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23c400a466264bb3" /><Relationship Type="http://schemas.openxmlformats.org/officeDocument/2006/relationships/notesSlide" Target="/ppt/notesSlides/notesSlide13.xml" Id="R52c60539658e45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F18B71E5-D35C-4E2E-B8A3-24A914E8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Овал 1">
            <a:extLst xmlns:a="http://schemas.openxmlformats.org/drawingml/2006/main">
              <a:ext uri="{FF2B5EF4-FFF2-40B4-BE49-F238E27FC236}">
                <a16:creationId xmlns:a16="http://schemas.microsoft.com/office/drawing/2014/main" id="{A2480DC2-2075-47AE-954C-4A1E3916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-857250"/>
            <a:ext cx="4953000" cy="495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Овал 2">
            <a:extLst xmlns:a="http://schemas.openxmlformats.org/drawingml/2006/main">
              <a:ext uri="{FF2B5EF4-FFF2-40B4-BE49-F238E27FC236}">
                <a16:creationId xmlns:a16="http://schemas.microsoft.com/office/drawing/2014/main" id="{DD8D07A4-3124-4187-95EB-FDCF5794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667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82E1B398-CB23-4E4B-9E44-D3345B7F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285875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FFF7C39-7C1E-4630-AC39-BA4F442B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7239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41414"/>
                </a:solidFill>
              </a:defRPr>
            </a:pPr>
            <a:r>
              <a:rPr sz="3750" b="1">
                <a:solidFill>
                  <a:srgbClr val="141414"/>
                </a:solidFill>
              </a:rPr>
              <a:t>Предиктивная модель вероятности исхода матчей РТТ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89FC85D-B6CB-42D0-B655-CB84A275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619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36B64"/>
                </a:solidFill>
              </a:defRPr>
            </a:pPr>
            <a:r>
              <a:rPr sz="1650" b="0">
                <a:solidFill>
                  <a:srgbClr val="636B64"/>
                </a:solidFill>
              </a:rPr>
              <a:t>Дипломный проект по курсу «Машинное обучение: фундаментальные инструменты и практики»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1F76F195-1344-450F-959A-34F1221B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1714500" cy="12192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BE4AFDED-5CCB-4378-977B-03DE3A5F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62450"/>
            <a:ext cx="1371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7 559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C00CAC8A-1596-4061-901D-CFE07BFF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исторических матчей</a:t>
            </a:r>
          </a:p>
        </p:txBody>
      </p:sp>
      <p:sp>
        <p:nvSpPr>
          <p:cNvPr id="10" name="Прямоугольник: скругленные углы 9">
            <a:extLst xmlns:a="http://schemas.openxmlformats.org/drawingml/2006/main">
              <a:ext uri="{FF2B5EF4-FFF2-40B4-BE49-F238E27FC236}">
                <a16:creationId xmlns:a16="http://schemas.microsoft.com/office/drawing/2014/main" id="{F4F57094-137C-42DF-B709-4320694B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191000"/>
            <a:ext cx="1714500" cy="12192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3FC8BDF3-797C-4408-ABED-52A2DBE9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362450"/>
            <a:ext cx="1371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2 049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A0536B15-051B-4838-8288-4B341B51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768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игроков в данных</a:t>
            </a:r>
          </a:p>
        </p:txBody>
      </p:sp>
      <p:sp>
        <p:nvSpPr>
          <p:cNvPr id="13" name="Прямоугольник: скругленные углы 12">
            <a:extLst xmlns:a="http://schemas.openxmlformats.org/drawingml/2006/main">
              <a:ext uri="{FF2B5EF4-FFF2-40B4-BE49-F238E27FC236}">
                <a16:creationId xmlns:a16="http://schemas.microsoft.com/office/drawing/2014/main" id="{887726C6-E694-438E-8050-7D8B6772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91000"/>
            <a:ext cx="1714500" cy="12192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BE4E083-F9F7-44D6-8A2A-EE68A03A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62450"/>
            <a:ext cx="1371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01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7AD7EFEC-0C6A-4694-B0E6-B0F1E785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87680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признака модели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DAF291F8-CFAD-4FD6-96A0-2058BD72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36B64"/>
                </a:solidFill>
              </a:defRPr>
            </a:pPr>
            <a:r>
              <a:rPr sz="1350" b="0">
                <a:solidFill>
                  <a:srgbClr val="636B64"/>
                </a:solidFill>
              </a:rPr>
              <a:t>Антон Рыжиков · 2026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BB71E11F-8117-45BE-8811-CF8E66AE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62650"/>
            <a:ext cx="4095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</p:spTree>
    <p:extLst>
      <p:ext uri="{BB962C8B-B14F-4D97-AF65-F5344CB8AC3E}">
        <p14:creationId xmlns:p14="http://schemas.microsoft.com/office/powerpoint/2010/main" val="1557369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4DC1EA8B-F05E-41A1-90EC-E5165CA7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02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2854C8C-66CD-4B30-87FA-17CFC0B0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4E3711BB-91AB-4C19-9FB1-ADB9A1E9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Постановка задачи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D97E3DBB-055C-4CC4-A5F4-72336F05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Оценить вероятность победы игрока до начала матча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D5B15B8F-5712-404C-82FB-46A9F606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7BE0EE37-5F5C-4582-8D40-0C5A0B4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F9106353-7426-4058-91F0-B451F67B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238500" cy="1809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Овал 7">
            <a:extLst xmlns:a="http://schemas.openxmlformats.org/drawingml/2006/main">
              <a:ext uri="{FF2B5EF4-FFF2-40B4-BE49-F238E27FC236}">
                <a16:creationId xmlns:a16="http://schemas.microsoft.com/office/drawing/2014/main" id="{6021D0C0-6F10-4010-9029-3AD454AE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479E61EB-4BEA-4A3A-B4E3-9EE126BB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4797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24D878C-9D69-40E1-BF17-9C54DE2F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00350"/>
            <a:ext cx="2343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Формат задачи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4A5E467-B0E2-43C5-B01A-78F7B4C0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27813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Бинарная классификация: для пары «игрок — соперник» модель возвращает вероятность победы рассматриваемого игрока.</a:t>
            </a:r>
          </a:p>
        </p:txBody>
      </p:sp>
      <p:sp>
        <p:nvSpPr>
          <p:cNvPr id="12" name="Прямоугольник: скругленные углы 11">
            <a:extLst xmlns:a="http://schemas.openxmlformats.org/drawingml/2006/main">
              <a:ext uri="{FF2B5EF4-FFF2-40B4-BE49-F238E27FC236}">
                <a16:creationId xmlns:a16="http://schemas.microsoft.com/office/drawing/2014/main" id="{21DA49C1-9D50-4EB9-8E4C-001B4E6F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3238500" cy="1809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95732127-D6C0-4830-A0A4-11CF7F14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00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A4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45D9F116-6EA7-4CF0-BE0E-8AE15340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4797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0A185059-C540-4744-9752-C45F5A3C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2343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Предметная область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50B815D2-AE1B-4930-8FB9-87A113DF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257550"/>
            <a:ext cx="27813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Женские одиночные турниры РТТ в возрастных группах до 15, до 17, до 19 лет и взрослые.</a:t>
            </a:r>
          </a:p>
        </p:txBody>
      </p:sp>
      <p:sp>
        <p:nvSpPr>
          <p:cNvPr id="17" name="Прямоугольник: скругленные углы 16">
            <a:extLst xmlns:a="http://schemas.openxmlformats.org/drawingml/2006/main">
              <a:ext uri="{FF2B5EF4-FFF2-40B4-BE49-F238E27FC236}">
                <a16:creationId xmlns:a16="http://schemas.microsoft.com/office/drawing/2014/main" id="{8D01B830-9555-4C96-AEF2-0F6FA1D2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71750"/>
            <a:ext cx="3238500" cy="1809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Овал 17">
            <a:extLst xmlns:a="http://schemas.openxmlformats.org/drawingml/2006/main">
              <a:ext uri="{FF2B5EF4-FFF2-40B4-BE49-F238E27FC236}">
                <a16:creationId xmlns:a16="http://schemas.microsoft.com/office/drawing/2014/main" id="{7C7AEEFE-52D3-4ECC-9AA6-02F222FF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0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53A0D7D9-501C-417E-A46C-9DFAB9ED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4797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A1309CEC-371C-4F6B-A273-E6D4721E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00350"/>
            <a:ext cx="2343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Практический смысл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6E1B0448-262A-436E-BC9D-0DE7D576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57550"/>
            <a:ext cx="27813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Официальный рейтинг полезен, но не всегда отражает форму, силу календаря, отдых и реальную динамику игрока.</a:t>
            </a:r>
          </a:p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82939E28-243D-4138-B7EF-FDFCA1CE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5300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936D"/>
                </a:solidFill>
              </a:defRPr>
            </a:pPr>
            <a:r>
              <a:rPr sz="1950" b="1">
                <a:solidFill>
                  <a:srgbClr val="15936D"/>
                </a:solidFill>
              </a:rPr>
              <a:t>Выход модели — не жесткий класс победителя, а вероятность. Поэтому основная метрика качества — LogLoss.</a:t>
            </a:r>
          </a:p>
        </p:txBody>
      </p:sp>
    </p:spTree>
    <p:extLst>
      <p:ext uri="{BB962C8B-B14F-4D97-AF65-F5344CB8AC3E}">
        <p14:creationId xmlns:p14="http://schemas.microsoft.com/office/powerpoint/2010/main" val="14171040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Прямоугольник 25">
            <a:extLst xmlns:a="http://schemas.openxmlformats.org/drawingml/2006/main">
              <a:ext uri="{FF2B5EF4-FFF2-40B4-BE49-F238E27FC236}">
                <a16:creationId xmlns:a16="http://schemas.microsoft.com/office/drawing/2014/main" id="{3A067901-7B16-4917-A63F-A3051332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03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BBEBA76-53FE-4AEC-9BA7-A4AE47E3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09AD378-10B1-4ACE-B4F8-0644CDD7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Данные и автоматизированный сбор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DC4DA811-9FD2-40AF-BF86-22368C5A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Источник — открытая часть сайта Российского теннисного тура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567A4C4E-BEC9-4792-955A-26C6E14D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5F3A851-D13A-471B-B771-9040E74C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FA87A6B8-DDCC-41C9-B3E1-FDE7D11B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714500" cy="12001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2E83F661-B95A-4E07-9F7F-A7F1791E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1371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149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8278C31F-5F9E-4131-8C31-C5A6B708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турниров в датасете</a:t>
            </a:r>
          </a:p>
        </p:txBody>
      </p:sp>
      <p:sp>
        <p:nvSpPr>
          <p:cNvPr id="10" name="Прямоугольник: скругленные углы 9">
            <a:extLst xmlns:a="http://schemas.openxmlformats.org/drawingml/2006/main">
              <a:ext uri="{FF2B5EF4-FFF2-40B4-BE49-F238E27FC236}">
                <a16:creationId xmlns:a16="http://schemas.microsoft.com/office/drawing/2014/main" id="{CBB1FB05-A620-4872-8D78-16C500AD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71750"/>
            <a:ext cx="1714500" cy="12001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9075B147-16E8-4585-B95B-2A8CD368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43200"/>
            <a:ext cx="1371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15 118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0B1249E5-5B6E-4627-9E8C-791350F9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5755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строк long-format</a:t>
            </a:r>
          </a:p>
        </p:txBody>
      </p:sp>
      <p:sp>
        <p:nvSpPr>
          <p:cNvPr id="13" name="Прямоугольник: скругленные углы 12">
            <a:extLst xmlns:a="http://schemas.openxmlformats.org/drawingml/2006/main">
              <a:ext uri="{FF2B5EF4-FFF2-40B4-BE49-F238E27FC236}">
                <a16:creationId xmlns:a16="http://schemas.microsoft.com/office/drawing/2014/main" id="{B3228AD1-D4D4-4B00-965F-06738EB2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71750"/>
            <a:ext cx="1714500" cy="12001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0C903A5-F4E5-48B9-8308-2477CB74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1371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1414"/>
                </a:solidFill>
              </a:defRPr>
            </a:pPr>
            <a:r>
              <a:rPr sz="2550" b="1">
                <a:solidFill>
                  <a:srgbClr val="141414"/>
                </a:solidFill>
              </a:rPr>
              <a:t>2025–26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F58EB070-22AD-495B-8ED4-C41B2A3E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57550"/>
            <a:ext cx="1409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6B64"/>
                </a:solidFill>
              </a:defRPr>
            </a:pPr>
            <a:r>
              <a:rPr sz="1050" b="0">
                <a:solidFill>
                  <a:srgbClr val="636B64"/>
                </a:solidFill>
              </a:rPr>
              <a:t>период матчей</a:t>
            </a:r>
          </a:p>
        </p:txBody>
      </p:sp>
      <p:sp>
        <p:nvSpPr>
          <p:cNvPr id="16" name="Прямоугольник: скругленные углы 15">
            <a:extLst xmlns:a="http://schemas.openxmlformats.org/drawingml/2006/main">
              <a:ext uri="{FF2B5EF4-FFF2-40B4-BE49-F238E27FC236}">
                <a16:creationId xmlns:a16="http://schemas.microsoft.com/office/drawing/2014/main" id="{8B2E427D-0241-4CBE-928E-1A600EA5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19100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BAD8587-96A7-4A17-8677-0696626B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098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Турниры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69E90DB8-8D86-4BDA-B29F-619B5134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67050"/>
            <a:ext cx="3733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769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Календарь РТТ, ID турниров, детали турнира, статус и даты проведения.</a:t>
            </a:r>
          </a:p>
        </p:txBody>
      </p:sp>
      <p:sp>
        <p:nvSpPr>
          <p:cNvPr id="19" name="Прямоугольник: скругленные углы 18">
            <a:extLst xmlns:a="http://schemas.openxmlformats.org/drawingml/2006/main">
              <a:ext uri="{FF2B5EF4-FFF2-40B4-BE49-F238E27FC236}">
                <a16:creationId xmlns:a16="http://schemas.microsoft.com/office/drawing/2014/main" id="{D8F30F94-3230-4A6E-A542-E1EAF73E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19100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5572383D-C7C1-4145-B8E4-4D84A8CD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671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Матчи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0D2A2EE6-F155-404F-9889-0A7D5CFC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24350"/>
            <a:ext cx="3733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6496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Сохраненные страницы матчей, счет, участники, дата, турнир и возрастная категория.</a:t>
            </a:r>
          </a:p>
        </p:txBody>
      </p:sp>
      <p:sp>
        <p:nvSpPr>
          <p:cNvPr id="22" name="Прямоугольник: скругленные углы 21">
            <a:extLst xmlns:a="http://schemas.openxmlformats.org/drawingml/2006/main">
              <a:ext uri="{FF2B5EF4-FFF2-40B4-BE49-F238E27FC236}">
                <a16:creationId xmlns:a16="http://schemas.microsoft.com/office/drawing/2014/main" id="{F8C20A75-7C3D-4DF8-A124-0EF722B9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95850"/>
            <a:ext cx="419100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1AB482E8-4CE3-4124-B254-FBCF0611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24450"/>
            <a:ext cx="3733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Рейтинги</a:t>
            </a:r>
          </a:p>
        </p:txBody>
      </p:sp>
      <p:sp>
        <p:nvSpPr>
          <p:cNvPr id="24" name="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F804B46B-C5D3-43D2-ABED-41D25B6B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581650"/>
            <a:ext cx="3733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7787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Официальные классификации игроков по датам и возрастным группам.</a:t>
            </a:r>
          </a:p>
        </p:txBody>
      </p:sp>
      <p:sp>
        <p:nvSpPr>
          <p:cNvPr id="25" name="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0589FEAB-8060-4C28-8390-CDA1A2F1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533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1414"/>
                </a:solidFill>
              </a:defRPr>
            </a:pPr>
            <a:r>
              <a:rPr sz="1950" b="1">
                <a:solidFill>
                  <a:srgbClr val="141414"/>
                </a:solidFill>
              </a:rPr>
              <a:t>Данные не вводятся вручную: проект обновляет источники, проверяет дубли и собирает единый датасет для обучения.</a:t>
            </a:r>
          </a:p>
        </p:txBody>
      </p:sp>
    </p:spTree>
    <p:extLst>
      <p:ext uri="{BB962C8B-B14F-4D97-AF65-F5344CB8AC3E}">
        <p14:creationId xmlns:p14="http://schemas.microsoft.com/office/powerpoint/2010/main" val="16599594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1AA2CF4E-E9E6-4E90-99FE-19D98597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04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D9AEF42-B5F7-4A02-9364-744C2EED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DE01D345-2AB6-42B1-B5DC-189DCC21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Полный ML-пайплайн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CF517CD9-0895-47B3-9E36-ED007C5B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От сайта РТТ до пользовательского прогноза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013E1829-C584-4B9D-B16C-46D35FC5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B20BF9C7-7981-4D44-BD5F-7E02E2FF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F57E63DC-1923-46F3-A0AE-B01B23E5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50495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Овал 7">
            <a:extLst xmlns:a="http://schemas.openxmlformats.org/drawingml/2006/main">
              <a:ext uri="{FF2B5EF4-FFF2-40B4-BE49-F238E27FC236}">
                <a16:creationId xmlns:a16="http://schemas.microsoft.com/office/drawing/2014/main" id="{7DC7A43A-4F68-4162-8268-9F857FE4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D8B9AE1D-FD0E-4923-91BE-E086D748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313619E3-04FF-40CF-843E-EC7AB775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821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Сайт РТТ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98FD274A-2870-4E35-82AD-FFBF91FB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календарь, матчи, рейтинги</a:t>
            </a:r>
          </a:p>
        </p:txBody>
      </p:sp>
      <p:sp>
        <p:nvSpPr>
          <p:cNvPr id="12" name="Стрелка: вправо 11">
            <a:extLst xmlns:a="http://schemas.openxmlformats.org/drawingml/2006/main">
              <a:ext uri="{FF2B5EF4-FFF2-40B4-BE49-F238E27FC236}">
                <a16:creationId xmlns:a16="http://schemas.microsoft.com/office/drawing/2014/main" id="{27C93955-C78B-4190-8A67-31C6A591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09950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Прямоугольник: скругленные углы 12">
            <a:extLst xmlns:a="http://schemas.openxmlformats.org/drawingml/2006/main">
              <a:ext uri="{FF2B5EF4-FFF2-40B4-BE49-F238E27FC236}">
                <a16:creationId xmlns:a16="http://schemas.microsoft.com/office/drawing/2014/main" id="{5168F4B9-AA23-4DA4-B82B-41A407EF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57500"/>
            <a:ext cx="150495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Овал 13">
            <a:extLst xmlns:a="http://schemas.openxmlformats.org/drawingml/2006/main">
              <a:ext uri="{FF2B5EF4-FFF2-40B4-BE49-F238E27FC236}">
                <a16:creationId xmlns:a16="http://schemas.microsoft.com/office/drawing/2014/main" id="{31C13907-8DC9-4D56-B564-84273B58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48ECC4FF-9CCE-47E0-B718-732A5802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133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00EDA935-D64E-41F8-80C1-47439707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8610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821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Парсеры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0E25267-5EDD-4EC6-91B0-61321AAF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433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автоматический сбор и кеш HTML</a:t>
            </a:r>
          </a:p>
        </p:txBody>
      </p:sp>
      <p:sp>
        <p:nvSpPr>
          <p:cNvPr id="18" name="Стрелка: вправо 17">
            <a:extLst xmlns:a="http://schemas.openxmlformats.org/drawingml/2006/main">
              <a:ext uri="{FF2B5EF4-FFF2-40B4-BE49-F238E27FC236}">
                <a16:creationId xmlns:a16="http://schemas.microsoft.com/office/drawing/2014/main" id="{C13AEE78-5FA6-4314-B62F-9C861478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09950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Прямоугольник: скругленные углы 18">
            <a:extLst xmlns:a="http://schemas.openxmlformats.org/drawingml/2006/main">
              <a:ext uri="{FF2B5EF4-FFF2-40B4-BE49-F238E27FC236}">
                <a16:creationId xmlns:a16="http://schemas.microsoft.com/office/drawing/2014/main" id="{E969DF5C-4047-464C-956D-91B35917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57500"/>
            <a:ext cx="150495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Овал 19">
            <a:extLst xmlns:a="http://schemas.openxmlformats.org/drawingml/2006/main">
              <a:ext uri="{FF2B5EF4-FFF2-40B4-BE49-F238E27FC236}">
                <a16:creationId xmlns:a16="http://schemas.microsoft.com/office/drawing/2014/main" id="{12FDD4F2-F290-449B-8F8C-53EFF655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5373433F-8D6D-4A9B-A5B7-B023CFD8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33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8228DA1C-769E-426F-B750-0AFEA99F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8610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872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Очистка</a:t>
            </a:r>
          </a:p>
        </p:txBody>
      </p:sp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1B8E1AC7-6751-402C-A4FD-11173A4D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433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нормализация дат, счета, игроков</a:t>
            </a:r>
          </a:p>
        </p:txBody>
      </p:sp>
      <p:sp>
        <p:nvSpPr>
          <p:cNvPr id="24" name="Стрелка: вправо 23">
            <a:extLst xmlns:a="http://schemas.openxmlformats.org/drawingml/2006/main">
              <a:ext uri="{FF2B5EF4-FFF2-40B4-BE49-F238E27FC236}">
                <a16:creationId xmlns:a16="http://schemas.microsoft.com/office/drawing/2014/main" id="{B2DF1251-391D-4300-9AA1-81FFC4A1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09950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Прямоугольник: скругленные углы 24">
            <a:extLst xmlns:a="http://schemas.openxmlformats.org/drawingml/2006/main">
              <a:ext uri="{FF2B5EF4-FFF2-40B4-BE49-F238E27FC236}">
                <a16:creationId xmlns:a16="http://schemas.microsoft.com/office/drawing/2014/main" id="{7B193236-1E58-4C4A-AFAA-8D7E89BE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57500"/>
            <a:ext cx="150495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Овал 25">
            <a:extLst xmlns:a="http://schemas.openxmlformats.org/drawingml/2006/main">
              <a:ext uri="{FF2B5EF4-FFF2-40B4-BE49-F238E27FC236}">
                <a16:creationId xmlns:a16="http://schemas.microsoft.com/office/drawing/2014/main" id="{C0427747-8C95-47F3-8BB6-7E4CDA35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5B1EF888-2469-497E-A396-086980DA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33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Прямоугольник 27">
            <a:extLst xmlns:a="http://schemas.openxmlformats.org/drawingml/2006/main">
              <a:ext uri="{FF2B5EF4-FFF2-40B4-BE49-F238E27FC236}">
                <a16:creationId xmlns:a16="http://schemas.microsoft.com/office/drawing/2014/main" id="{19B190E3-F63D-4BB7-B564-3864C456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8610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821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Признаки</a:t>
            </a:r>
          </a:p>
        </p:txBody>
      </p:sp>
      <p:sp>
        <p:nvSpPr>
          <p:cNvPr id="29" name="Прямоугольник 28">
            <a:extLst xmlns:a="http://schemas.openxmlformats.org/drawingml/2006/main">
              <a:ext uri="{FF2B5EF4-FFF2-40B4-BE49-F238E27FC236}">
                <a16:creationId xmlns:a16="http://schemas.microsoft.com/office/drawing/2014/main" id="{0BDB9FC6-4944-4BF1-A7B7-80D8A2AB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433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рейтинг, ELO, опыт, H2H</a:t>
            </a:r>
          </a:p>
        </p:txBody>
      </p:sp>
      <p:sp>
        <p:nvSpPr>
          <p:cNvPr id="30" name="Стрелка: вправо 29">
            <a:extLst xmlns:a="http://schemas.openxmlformats.org/drawingml/2006/main">
              <a:ext uri="{FF2B5EF4-FFF2-40B4-BE49-F238E27FC236}">
                <a16:creationId xmlns:a16="http://schemas.microsoft.com/office/drawing/2014/main" id="{59C3575E-A054-4802-810F-5349AFB9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09950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Прямоугольник: скругленные углы 30">
            <a:extLst xmlns:a="http://schemas.openxmlformats.org/drawingml/2006/main">
              <a:ext uri="{FF2B5EF4-FFF2-40B4-BE49-F238E27FC236}">
                <a16:creationId xmlns:a16="http://schemas.microsoft.com/office/drawing/2014/main" id="{D960FA27-1CBD-4836-A1ED-5825963C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57500"/>
            <a:ext cx="150495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Овал 31">
            <a:extLst xmlns:a="http://schemas.openxmlformats.org/drawingml/2006/main">
              <a:ext uri="{FF2B5EF4-FFF2-40B4-BE49-F238E27FC236}">
                <a16:creationId xmlns:a16="http://schemas.microsoft.com/office/drawing/2014/main" id="{57E9B198-D21C-43DD-A4B4-5CC63D67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Прямоугольник 32">
            <a:extLst xmlns:a="http://schemas.openxmlformats.org/drawingml/2006/main">
              <a:ext uri="{FF2B5EF4-FFF2-40B4-BE49-F238E27FC236}">
                <a16:creationId xmlns:a16="http://schemas.microsoft.com/office/drawing/2014/main" id="{A6A53308-F05F-45A0-883E-3886AE12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33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Прямоугольник 33">
            <a:extLst xmlns:a="http://schemas.openxmlformats.org/drawingml/2006/main">
              <a:ext uri="{FF2B5EF4-FFF2-40B4-BE49-F238E27FC236}">
                <a16:creationId xmlns:a16="http://schemas.microsoft.com/office/drawing/2014/main" id="{57376D11-D95D-48E5-B9E9-CBFF3A46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8610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821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Обучение</a:t>
            </a:r>
          </a:p>
        </p:txBody>
      </p:sp>
      <p:sp>
        <p:nvSpPr>
          <p:cNvPr id="35" name="Прямоугольник 34">
            <a:extLst xmlns:a="http://schemas.openxmlformats.org/drawingml/2006/main">
              <a:ext uri="{FF2B5EF4-FFF2-40B4-BE49-F238E27FC236}">
                <a16:creationId xmlns:a16="http://schemas.microsoft.com/office/drawing/2014/main" id="{7FCFB66D-C52D-43EE-855F-3ACC4AF8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433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baseline + ML-модели</a:t>
            </a:r>
          </a:p>
        </p:txBody>
      </p:sp>
      <p:sp>
        <p:nvSpPr>
          <p:cNvPr id="36" name="Стрелка: вправо 35">
            <a:extLst xmlns:a="http://schemas.openxmlformats.org/drawingml/2006/main">
              <a:ext uri="{FF2B5EF4-FFF2-40B4-BE49-F238E27FC236}">
                <a16:creationId xmlns:a16="http://schemas.microsoft.com/office/drawing/2014/main" id="{2AAC0A02-64DF-4F11-A85D-1DF43012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9950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Прямоугольник: скругленные углы 36">
            <a:extLst xmlns:a="http://schemas.openxmlformats.org/drawingml/2006/main">
              <a:ext uri="{FF2B5EF4-FFF2-40B4-BE49-F238E27FC236}">
                <a16:creationId xmlns:a16="http://schemas.microsoft.com/office/drawing/2014/main" id="{3BA7A517-AC84-4A95-98C2-8BC8ECB5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57500"/>
            <a:ext cx="150495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200E81D0-6F76-45C1-8CE9-E7CF0C35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36D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Прямоугольник 38">
            <a:extLst xmlns:a="http://schemas.openxmlformats.org/drawingml/2006/main">
              <a:ext uri="{FF2B5EF4-FFF2-40B4-BE49-F238E27FC236}">
                <a16:creationId xmlns:a16="http://schemas.microsoft.com/office/drawing/2014/main" id="{B235ECDF-0F66-42FF-A3CA-2944231F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133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0" name="Прямоугольник 39">
            <a:extLst xmlns:a="http://schemas.openxmlformats.org/drawingml/2006/main">
              <a:ext uri="{FF2B5EF4-FFF2-40B4-BE49-F238E27FC236}">
                <a16:creationId xmlns:a16="http://schemas.microsoft.com/office/drawing/2014/main" id="{9E7481F2-5050-4744-AA39-6BA45918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086100"/>
            <a:ext cx="60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964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Панель</a:t>
            </a:r>
          </a:p>
        </p:txBody>
      </p:sp>
      <p:sp>
        <p:nvSpPr>
          <p:cNvPr id="41" name="Прямоугольник 40">
            <a:extLst xmlns:a="http://schemas.openxmlformats.org/drawingml/2006/main">
              <a:ext uri="{FF2B5EF4-FFF2-40B4-BE49-F238E27FC236}">
                <a16:creationId xmlns:a16="http://schemas.microsoft.com/office/drawing/2014/main" id="{15CF4312-9743-4CB9-94C4-5F70B409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5433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прогноз и аналитика</a:t>
            </a:r>
          </a:p>
        </p:txBody>
      </p:sp>
      <p:sp>
        <p:nvSpPr>
          <p:cNvPr id="42" name="Прямоугольник 41">
            <a:extLst xmlns:a="http://schemas.openxmlformats.org/drawingml/2006/main">
              <a:ext uri="{FF2B5EF4-FFF2-40B4-BE49-F238E27FC236}">
                <a16:creationId xmlns:a16="http://schemas.microsoft.com/office/drawing/2014/main" id="{DC23676D-A451-4882-B2AC-E71492C7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953000"/>
            <a:ext cx="8858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36D"/>
                </a:solidFill>
              </a:defRPr>
            </a:pPr>
            <a:r>
              <a:rPr sz="1875" b="1">
                <a:solidFill>
                  <a:srgbClr val="15936D"/>
                </a:solidFill>
              </a:rPr>
              <a:t>Главная инженерная идея: данные и модель обновляются одной цепочкой, а прогноз строится на последней доступной истории.</a:t>
            </a:r>
          </a:p>
        </p:txBody>
      </p:sp>
    </p:spTree>
    <p:extLst>
      <p:ext uri="{BB962C8B-B14F-4D97-AF65-F5344CB8AC3E}">
        <p14:creationId xmlns:p14="http://schemas.microsoft.com/office/powerpoint/2010/main" val="1436173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Прямоугольник 25">
            <a:extLst xmlns:a="http://schemas.openxmlformats.org/drawingml/2006/main">
              <a:ext uri="{FF2B5EF4-FFF2-40B4-BE49-F238E27FC236}">
                <a16:creationId xmlns:a16="http://schemas.microsoft.com/office/drawing/2014/main" id="{A1DFAE47-5B9E-42EE-8EE8-D4FB22DE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05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CFB0403C-12F7-4699-9DE9-3C93046F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B268D61-8CF2-4AD6-B8D1-C81022C2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Признаки без утечки будущего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AAF1FCA5-10F9-48A3-BA36-AD6A4CEE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Каждый матч описывается только тем, что было известно до его начала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B00F46E-B24F-49A5-8DB7-218BEDDE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22955B56-7499-4F12-90ED-62F63B97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85BDD39E-0E47-4F72-84F1-A120D18E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310515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E2B826BF-9D7D-461E-83DE-CFFCA1E0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05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Рейтинг РТТ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00D46EA2-CCAC-481B-9214-80A40117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место, очки, возрастная категория</a:t>
            </a:r>
          </a:p>
        </p:txBody>
      </p:sp>
      <p:sp>
        <p:nvSpPr>
          <p:cNvPr id="10" name="Прямоугольник: скругленные углы 9">
            <a:extLst xmlns:a="http://schemas.openxmlformats.org/drawingml/2006/main">
              <a:ext uri="{FF2B5EF4-FFF2-40B4-BE49-F238E27FC236}">
                <a16:creationId xmlns:a16="http://schemas.microsoft.com/office/drawing/2014/main" id="{8021C422-30D3-4769-A255-55907BD7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76500"/>
            <a:ext cx="310515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9BA36171-8CE8-4AEE-94EA-36646AFD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05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Скорректированные очки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7E0B08AE-8054-4232-BB6D-609ACFE7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62300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очки на зачётный турнир</a:t>
            </a:r>
          </a:p>
        </p:txBody>
      </p:sp>
      <p:sp>
        <p:nvSpPr>
          <p:cNvPr id="13" name="Прямоугольник: скругленные углы 12">
            <a:extLst xmlns:a="http://schemas.openxmlformats.org/drawingml/2006/main">
              <a:ext uri="{FF2B5EF4-FFF2-40B4-BE49-F238E27FC236}">
                <a16:creationId xmlns:a16="http://schemas.microsoft.com/office/drawing/2014/main" id="{C1ABF280-332C-49C0-98A9-F84BAF11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76500"/>
            <a:ext cx="310515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82FA3253-4255-428B-BC8B-4590696B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05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ELO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575D85A5-3F5A-405D-8DFD-3EF924EC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62300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динамическая сила игрока</a:t>
            </a:r>
          </a:p>
        </p:txBody>
      </p:sp>
      <p:sp>
        <p:nvSpPr>
          <p:cNvPr id="16" name="Прямоугольник: скругленные углы 15">
            <a:extLst xmlns:a="http://schemas.openxmlformats.org/drawingml/2006/main">
              <a:ext uri="{FF2B5EF4-FFF2-40B4-BE49-F238E27FC236}">
                <a16:creationId xmlns:a16="http://schemas.microsoft.com/office/drawing/2014/main" id="{7FBAB5F4-4E1C-4E86-AA29-5C010F9F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57625"/>
            <a:ext cx="310515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062011EA-0C13-424A-B9BC-F94021E6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86225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История</a:t>
            </a:r>
          </a:p>
        </p:txBody>
      </p:sp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B92D71D9-7C89-446C-83EE-E63E0E1F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43425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опыт, winrate, личные встречи</a:t>
            </a:r>
          </a:p>
        </p:txBody>
      </p:sp>
      <p:sp>
        <p:nvSpPr>
          <p:cNvPr id="19" name="Прямоугольник: скругленные углы 18">
            <a:extLst xmlns:a="http://schemas.openxmlformats.org/drawingml/2006/main">
              <a:ext uri="{FF2B5EF4-FFF2-40B4-BE49-F238E27FC236}">
                <a16:creationId xmlns:a16="http://schemas.microsoft.com/office/drawing/2014/main" id="{DF241911-64EE-4BF3-988D-D96DF3EB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57625"/>
            <a:ext cx="310515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69C3F759-DA30-4DC9-BEE7-397F32DD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86225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Недавность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163953E8-195B-41A1-A1DD-8C6234D8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43425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отдых и форма 5/10 матчей</a:t>
            </a:r>
          </a:p>
        </p:txBody>
      </p:sp>
      <p:sp>
        <p:nvSpPr>
          <p:cNvPr id="22" name="Прямоугольник: скругленные углы 21">
            <a:extLst xmlns:a="http://schemas.openxmlformats.org/drawingml/2006/main">
              <a:ext uri="{FF2B5EF4-FFF2-40B4-BE49-F238E27FC236}">
                <a16:creationId xmlns:a16="http://schemas.microsoft.com/office/drawing/2014/main" id="{4D76EBEC-0835-4395-9A34-1DBFC2FD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57625"/>
            <a:ext cx="3105150" cy="10668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92DFFE6-A640-43EE-98F8-3788AA40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86225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Сила календаря</a:t>
            </a:r>
          </a:p>
        </p:txBody>
      </p:sp>
      <p:sp>
        <p:nvSpPr>
          <p:cNvPr id="24" name="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F507B07C-4AE9-4CA6-9ED0-5B1E07E4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43425"/>
            <a:ext cx="2647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ELO предыдущих соперников</a:t>
            </a:r>
          </a:p>
        </p:txBody>
      </p:sp>
      <p:sp>
        <p:nvSpPr>
          <p:cNvPr id="25" name="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1537185F-29C7-4598-845C-630E8042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76875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5936D"/>
                </a:solidFill>
              </a:defRPr>
            </a:pPr>
            <a:r>
              <a:rPr sz="1800" b="1">
                <a:solidFill>
                  <a:srgbClr val="15936D"/>
                </a:solidFill>
              </a:rPr>
              <a:t>Порядок расчета: сначала признаки → затем результат матча обновляет историю.</a:t>
            </a:r>
          </a:p>
        </p:txBody>
      </p:sp>
    </p:spTree>
    <p:extLst>
      <p:ext uri="{BB962C8B-B14F-4D97-AF65-F5344CB8AC3E}">
        <p14:creationId xmlns:p14="http://schemas.microsoft.com/office/powerpoint/2010/main" val="2236903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D25CBC30-B495-4687-A601-DC3C0641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06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1C17837-9D60-4052-BFBE-91543134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D4FC6C11-0713-41AD-A9DD-D34E0E0C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Обучение и time split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04DD36F0-44A4-46D8-8254-DAF22BB5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Тест имитирует прогнозирование будущих матчей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C7D31438-E79B-4DB6-84F5-B647EC63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056BF5D5-0699-46B2-AB19-3E9BC3A0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6F759C2E-CF59-4022-8511-868BB4F8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6858000" cy="609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Прямоугольник: скругленные углы 7">
            <a:extLst xmlns:a="http://schemas.openxmlformats.org/drawingml/2006/main">
              <a:ext uri="{FF2B5EF4-FFF2-40B4-BE49-F238E27FC236}">
                <a16:creationId xmlns:a16="http://schemas.microsoft.com/office/drawing/2014/main" id="{6CC0A20B-E3B3-43E3-9649-DC37FB97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2667000" cy="609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DEFD4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D2072B3-88AA-4F05-9F85-FBE195F6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9908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936D"/>
                </a:solidFill>
              </a:defRPr>
            </a:pPr>
            <a:r>
              <a:rPr sz="1500" b="1">
                <a:solidFill>
                  <a:srgbClr val="15936D"/>
                </a:solidFill>
              </a:rPr>
              <a:t>TRAIN: 6 326 матчей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E1C0D0B3-EEEA-433C-A034-B953D9B0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908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9A6A00"/>
                </a:solidFill>
              </a:defRPr>
            </a:pPr>
            <a:r>
              <a:rPr sz="1500" b="1">
                <a:solidFill>
                  <a:srgbClr val="9A6A00"/>
                </a:solidFill>
              </a:rPr>
              <a:t>TEST: 1 233 матча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09C1B958-0D61-4005-B67B-E5AF3631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02.03.2025</a:t>
            </a:r>
          </a:p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44B82AF4-FF10-4175-811A-4C480BED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242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11.02.2026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11C73828-1144-4E12-9704-EB261C52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11.05.2026</a:t>
            </a:r>
          </a:p>
        </p:txBody>
      </p:sp>
      <p:sp>
        <p:nvSpPr>
          <p:cNvPr id="14" name="Овал 13">
            <a:extLst xmlns:a="http://schemas.openxmlformats.org/drawingml/2006/main">
              <a:ext uri="{FF2B5EF4-FFF2-40B4-BE49-F238E27FC236}">
                <a16:creationId xmlns:a16="http://schemas.microsoft.com/office/drawing/2014/main" id="{51A531B1-F525-4FB9-918C-F5042E39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D6DB3BC6-5360-40F2-9C53-40043D75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86250"/>
            <a:ext cx="885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Случайное перемешивание не используется: оно слишком оптимистично для временных данных.</a:t>
            </a:r>
          </a:p>
        </p:txBody>
      </p:sp>
      <p:sp>
        <p:nvSpPr>
          <p:cNvPr id="16" name="Овал 15">
            <a:extLst xmlns:a="http://schemas.openxmlformats.org/drawingml/2006/main">
              <a:ext uri="{FF2B5EF4-FFF2-40B4-BE49-F238E27FC236}">
                <a16:creationId xmlns:a16="http://schemas.microsoft.com/office/drawing/2014/main" id="{9F4A3445-6640-4E48-B172-5B20D07C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33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A4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40B6410-9A4E-4BF4-9659-C62840E3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57750"/>
            <a:ext cx="885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Сравнивались однофакторные ориентиры, baseline rating + ELO и три основные ML-модели.</a:t>
            </a:r>
          </a:p>
        </p:txBody>
      </p:sp>
      <p:sp>
        <p:nvSpPr>
          <p:cNvPr id="18" name="Овал 17">
            <a:extLst xmlns:a="http://schemas.openxmlformats.org/drawingml/2006/main">
              <a:ext uri="{FF2B5EF4-FFF2-40B4-BE49-F238E27FC236}">
                <a16:creationId xmlns:a16="http://schemas.microsoft.com/office/drawing/2014/main" id="{4B05D4AF-B39A-46CC-9C6D-B134ED40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2A2ECFF7-FEFA-47F9-B24A-C19F70CF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29250"/>
            <a:ext cx="885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Для пользовательских прогнозов обучается отдельная production-модель на всех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6301232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FE35461-8DF6-FD0C-7BC0-D0587204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2540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8CD2A6-8643-A2F9-0825-CBB137AE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2015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300" b="1">
                <a:solidFill>
                  <a:srgbClr val="15936D"/>
                </a:solidFill>
                <a:latin typeface="Lato"/>
                <a:ea typeface="Lato"/>
                <a:cs typeface="Lato"/>
              </a:rPr>
              <a:t>07</a:t>
            </a:r>
          </a:p>
        </p:txBody>
      </p:sp>
      <p:sp>
        <p:nvSpPr>
          <p:cNvPr id="4" name="Прямая соединительная линия 3">
            <a:extLst xmlns:a="http://schemas.openxmlformats.org/drawingml/2006/main">
              <a:ext uri="{FF2B5EF4-FFF2-40B4-BE49-F238E27FC236}">
                <a16:creationId xmlns:a16="http://schemas.microsoft.com/office/drawing/2014/main" id="{85E5AD6A-D23F-4AA7-A6EE-23270A63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3400"/>
            <a:ext cx="10287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DCE2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D52AA5-E3C2-92F7-40E6-AA811E73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4924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3200" b="1">
                <a:solidFill>
                  <a:srgbClr val="141414"/>
                </a:solidFill>
              </a:rPr>
              <a:t>Итоговые метрики модели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6D384C-7421-1BF0-8B2F-1DE20278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78105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636B64"/>
                </a:solidFill>
                <a:latin typeface="Lato"/>
                <a:ea typeface="Lato"/>
                <a:cs typeface="Lato"/>
              </a:rPr>
              <a:t>Качество проверено на временном test-периоде: последние 3 месяца матчей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33C0B077-BB73-7482-E307-A64EA640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476375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3AC63E2-A836-E3CC-02CF-13F9F78D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76475"/>
            <a:ext cx="1190625" cy="3847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141414"/>
                </a:solidFill>
              </a:rPr>
              <a:t>0.4557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CA2CC3-005E-F389-C5D6-C3FD33FA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209675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LogLoss </a:t>
            </a: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итоговой </a:t>
            </a: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GBM</a:t>
            </a:r>
          </a:p>
        </p:txBody>
      </p:sp>
      <p:sp>
        <p:nvSpPr>
          <p:cNvPr id="10" name="Прямоугольник: скругленные углы 9">
            <a:extLst xmlns:a="http://schemas.openxmlformats.org/drawingml/2006/main">
              <a:ext uri="{FF2B5EF4-FFF2-40B4-BE49-F238E27FC236}">
                <a16:creationId xmlns:a16="http://schemas.microsoft.com/office/drawing/2014/main" id="{62AC498B-BCEA-77DA-08B3-CF1F1E1F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14550"/>
            <a:ext cx="1476375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BB0143-007C-5CDB-5279-73512E0E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276475"/>
            <a:ext cx="1190625" cy="3847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141414"/>
                </a:solidFill>
              </a:rPr>
              <a:t>0.8658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4B8A376-5FBA-31C3-3E11-27AEA4FF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667000"/>
            <a:ext cx="1209675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ROC-AUC</a:t>
            </a:r>
          </a:p>
        </p:txBody>
      </p:sp>
      <p:sp>
        <p:nvSpPr>
          <p:cNvPr id="13" name="Прямоугольник: скругленные углы 12">
            <a:extLst xmlns:a="http://schemas.openxmlformats.org/drawingml/2006/main">
              <a:ext uri="{FF2B5EF4-FFF2-40B4-BE49-F238E27FC236}">
                <a16:creationId xmlns:a16="http://schemas.microsoft.com/office/drawing/2014/main" id="{B348DE8C-37A3-E020-7C3F-73380462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14550"/>
            <a:ext cx="1476375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963481F-0CF4-85DC-A025-53FD4C26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276475"/>
            <a:ext cx="1190625" cy="3847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141414"/>
                </a:solidFill>
              </a:rPr>
              <a:t>0.1498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4834641-5A62-22AF-05C4-DAC5AE8E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667000"/>
            <a:ext cx="1209675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Brier score</a:t>
            </a:r>
          </a:p>
        </p:txBody>
      </p:sp>
      <p:sp>
        <p:nvSpPr>
          <p:cNvPr id="16" name="Прямоугольник: скругленные углы 15">
            <a:extLst xmlns:a="http://schemas.openxmlformats.org/drawingml/2006/main">
              <a:ext uri="{FF2B5EF4-FFF2-40B4-BE49-F238E27FC236}">
                <a16:creationId xmlns:a16="http://schemas.microsoft.com/office/drawing/2014/main" id="{246E1D73-5AF2-D72F-FA3A-1B863186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114550"/>
            <a:ext cx="1476375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BC547DD-E4BE-96B6-0B3F-1E3434BE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276475"/>
            <a:ext cx="1190625" cy="3847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141414"/>
                </a:solidFill>
              </a:rPr>
              <a:t>78.1%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A1FBFCA-9801-C5D1-75BD-6809A697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667000"/>
            <a:ext cx="1209675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Accuracy</a:t>
            </a:r>
          </a:p>
        </p:txBody>
      </p:sp>
      <p:sp>
        <p:nvSpPr>
          <p:cNvPr id="19" name="Прямоугольник: скругленные углы 18">
            <a:extLst xmlns:a="http://schemas.openxmlformats.org/drawingml/2006/main">
              <a:ext uri="{FF2B5EF4-FFF2-40B4-BE49-F238E27FC236}">
                <a16:creationId xmlns:a16="http://schemas.microsoft.com/office/drawing/2014/main" id="{652E7A25-8AA8-5DD1-2933-34BB8CFA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14550"/>
            <a:ext cx="1476375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DCE2DA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FE1EEF3-0EA8-A8C4-E120-DD3D7B91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276475"/>
            <a:ext cx="1190625" cy="3847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141414"/>
                </a:solidFill>
              </a:rPr>
              <a:t>-7.8%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309B2D5-B248-D2F2-ADD9-C712A0DC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67000"/>
            <a:ext cx="1209675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LogLoss </a:t>
            </a: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к </a:t>
            </a: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baseline</a:t>
            </a:r>
          </a:p>
        </p:txBody>
      </p:sp>
      <p:sp>
        <p:nvSpPr>
          <p:cNvPr id="52" name="Прямоугольник: скругленные углы 51">
            <a:extLst xmlns:a="http://schemas.openxmlformats.org/drawingml/2006/main">
              <a:ext uri="{FF2B5EF4-FFF2-40B4-BE49-F238E27FC236}">
                <a16:creationId xmlns:a16="http://schemas.microsoft.com/office/drawing/2014/main" id="{6968F7AC-A92A-40AD-26B1-5EFBE321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14550"/>
            <a:ext cx="1476375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04484B29-8738-9F18-6E61-93514600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276475"/>
            <a:ext cx="1190625" cy="3847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00" b="1">
                <a:solidFill>
                  <a:srgbClr val="141414"/>
                </a:solidFill>
              </a:rPr>
              <a:t>1 233</a:t>
            </a: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72DABF44-E1B9-C6E9-C945-69C66106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67000"/>
            <a:ext cx="1209675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матча в </a:t>
            </a: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test</a:t>
            </a:r>
          </a:p>
        </p:txBody>
      </p:sp>
      <p:graphicFrame>
        <p:nvGraphicFramePr>
          <p:cNvPr id="55" name="Таблица 54"/>
          <p:cNvGraphicFramePr/>
          <p:nvPr/>
        </p:nvGraphicFramePr>
        <p:xfrm>
          <a:off xmlns:a="http://schemas.openxmlformats.org/drawingml/2006/main" x="723900" y="3448050"/>
          <a:ext xmlns:a="http://schemas.openxmlformats.org/drawingml/2006/main" cx="7239000" cy="17907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{F12479AA-1188-46D5-84F2-6A872CF9E262}</a:tableStyleId>
              </a:tblPr>
              <a:tblGrid>
                <a:gridCol w="2476500"/>
                <a:gridCol w="1143000"/>
                <a:gridCol w="1143000"/>
                <a:gridCol w="1143000"/>
                <a:gridCol w="1143000"/>
              </a:tblGrid>
              <a:tr h="3581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Модель</a:t>
                      </a:r>
                    </a:p>
                  </a:txBody>
                  <a:tcPr marL="76200" marR="76200" marT="45720" marB="4572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LogLoss</a:t>
                      </a:r>
                    </a:p>
                  </a:txBody>
                  <a:tcPr marL="76200" marR="76200" marT="45720" marB="4572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Brier</a:t>
                      </a:r>
                    </a:p>
                  </a:txBody>
                  <a:tcPr marL="76200" marR="76200" marT="45720" marB="4572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ROC-AUC</a:t>
                      </a:r>
                    </a:p>
                  </a:txBody>
                  <a:tcPr marL="76200" marR="76200" marT="45720" marB="45720">
                    <a:solidFill>
                      <a:srgbClr val="202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</a:rPr>
                        <a:t>Accuracy</a:t>
                      </a:r>
                    </a:p>
                  </a:txBody>
                  <a:tcPr marL="76200" marR="76200" marT="45720" marB="45720">
                    <a:solidFill>
                      <a:srgbClr val="202622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1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Gradient Boosting</a:t>
                      </a:r>
                    </a:p>
                  </a:txBody>
                  <a:tcPr marL="76200" marR="76200" marT="45720" marB="4572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0.4557</a:t>
                      </a:r>
                    </a:p>
                  </a:txBody>
                  <a:tcPr marL="76200" marR="76200" marT="45720" marB="4572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0.1498</a:t>
                      </a:r>
                    </a:p>
                  </a:txBody>
                  <a:tcPr marL="76200" marR="76200" marT="45720" marB="4572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0.8658</a:t>
                      </a:r>
                    </a:p>
                  </a:txBody>
                  <a:tcPr marL="76200" marR="76200" marT="45720" marB="45720"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78.1%</a:t>
                      </a:r>
                    </a:p>
                  </a:txBody>
                  <a:tcPr marL="76200" marR="76200" marT="45720" marB="45720">
                    <a:solidFill>
                      <a:srgbClr val="EAF7F1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CatBoost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0.4561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0.1501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0.8653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78.3%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Random Forest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0.4621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0.1518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0.8621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77.2%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Baseline rating + ELO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0.4942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0.1635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0.8403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0">
                          <a:solidFill>
                            <a:srgbClr val="141414"/>
                          </a:solidFill>
                          <a:latin typeface="Lato"/>
                          <a:ea typeface="Lato"/>
                          <a:cs typeface="Lato"/>
                        </a:rPr>
                        <a:t>75.8%</a:t>
                      </a:r>
                    </a:p>
                  </a:txBody>
                  <a:tcPr marL="76200" marR="7620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Прямоугольник: скругленные углы 55">
            <a:extLst xmlns:a="http://schemas.openxmlformats.org/drawingml/2006/main">
              <a:ext uri="{FF2B5EF4-FFF2-40B4-BE49-F238E27FC236}">
                <a16:creationId xmlns:a16="http://schemas.microsoft.com/office/drawing/2014/main" id="{35861F01-EA75-5224-D7C5-E81B0D2F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857500" cy="17907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A7852BE8-E9D8-8B27-5652-4EA1BEDF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76650"/>
            <a:ext cx="2333625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700" b="1">
                <a:solidFill>
                  <a:srgbClr val="141414"/>
                </a:solidFill>
              </a:rPr>
              <a:t>Как читать результат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A496604E-3F41-FE81-6EE7-9E333B29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333625" cy="12926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636B64"/>
                </a:solidFill>
                <a:latin typeface="Lato"/>
                <a:ea typeface="Lato"/>
                <a:cs typeface="Lato"/>
              </a:rPr>
              <a:t>• LogLoss и Brier оценивают качество вероятностей, поэтому они важнее простой Accuracy.
• GBM дает лучший LogLoss и Brier среди основных моделей.
• Прирост к baseline показывает добавленную предиктивную силу признаков.</a:t>
            </a:r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40395411-71F0-854C-DF15-1D3DC780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57850"/>
            <a:ext cx="8763000" cy="5539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15936D"/>
                </a:solidFill>
              </a:rPr>
              <a:t>Вывод: итоговая модель не просто угадывает победителя, а заметно улучшает вероятностный прогноз относительно рейтингового baseline.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8D4D7B14-2DFC-944B-BF7B-767EF50D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RTT tennis match predictor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19F4BF2B-EC68-DBFE-DE8F-22A8D463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>
                <a:solidFill>
                  <a:srgbClr val="636B64"/>
                </a:solidFill>
                <a:latin typeface="Lato"/>
                <a:ea typeface="Lato"/>
                <a:cs typeface="Lato"/>
              </a:rPr>
              <a:t>github.com/PnL-One/rtt-tennis-match-predictor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D1BD5B-FADA-40AC-BE4C-98B5F64E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4748B"/>
                </a:solidFill>
              </a:defRPr>
            </a:pPr>
            <a:r>
              <a:rPr sz="863" b="0">
                <a:solidFill>
                  <a:srgbClr val="64748B"/>
                </a:solidFill>
              </a:rPr>
              <a:t>Baseline rating + ELO: Logistic Regression на рейтингово-ELO признаках (разница ELO, ELO-вероятность, разница ранга/очков и флаги пропусков).</a:t>
            </a:r>
          </a:p>
        </p:txBody>
      </p:sp>
    </p:spTree>
    <p:extLst>
      <p:ext uri="{BB962C8B-B14F-4D97-AF65-F5344CB8AC3E}">
        <p14:creationId xmlns:p14="http://schemas.microsoft.com/office/powerpoint/2010/main" val="17219099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26E759-9204-48E5-940D-D48A1EA5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5BD0"/>
                </a:solidFill>
              </a:defRPr>
            </a:pPr>
            <a:r>
              <a:rPr sz="1200" b="1">
                <a:solidFill>
                  <a:srgbClr val="009B78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A7CF3-C3D2-4F05-8EEB-48BB9367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3400"/>
            <a:ext cx="10287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F0"/>
          </a:solidFill>
          <a:ln xmlns:a="http://schemas.openxmlformats.org/drawingml/2006/main" w="0">
            <a:solidFill>
              <a:srgbClr val="DCE3F0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47BF5-41C7-45A9-B1AA-86673C5B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Какие признаки сильнее всего влияют на прогноз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E319F-E5F7-43AC-9FA9-FFF811A5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Ранжирование важности по трем основным моделям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D56FC-BE48-4B79-924E-4AED6A13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819150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RTT tennis match predictor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791BCE-BDF4-4CDA-81AC-2264967E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github.com/PnL-One/rtt-tennis-match-predictor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17BF22-0F75-4AE4-A709-771B84DA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RTT tennis match predictor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27CE03-BA2B-4255-9E89-2C8901C4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7524750" cy="33337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F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F6E35-19C7-497D-A373-7648BED0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Топ-5 признаков внутри каждой модели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F2B4C4-36CF-4B70-B992-C11521B8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4748B"/>
                </a:solidFill>
              </a:defRPr>
            </a:pPr>
            <a:r>
              <a:rPr sz="863" b="0">
                <a:solidFill>
                  <a:srgbClr val="64748B"/>
                </a:solidFill>
              </a:rPr>
              <a:t>CatBoost: mean abs SHAP; GBM и Random Forest: встроенная tree feature importance.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914400" y="2781300"/>
          <a:ext xmlns:a="http://schemas.openxmlformats.org/drawingml/2006/main" cx="706755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"/>
                <a:gridCol w="2190750"/>
                <a:gridCol w="2190750"/>
                <a:gridCol w="2190750"/>
              </a:tblGrid>
              <a:tr h="377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63" b="1">
                          <a:solidFill>
                            <a:srgbClr val="FFFFFF"/>
                          </a:solidFill>
                        </a:rPr>
                        <a:t>Ранг</a:t>
                      </a:r>
                    </a:p>
                  </a:txBody>
                  <a:tcPr marL="66675" marR="66675" marT="38100" marB="38100" anchor="middle">
                    <a:solidFill>
                      <a:srgbClr val="009B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FFFFFF"/>
                          </a:solidFill>
                        </a:rPr>
                        <a:t>Gradient Boosting</a:t>
                      </a:r>
                    </a:p>
                  </a:txBody>
                  <a:tcPr marL="66675" marR="66675" marT="38100" marB="38100" anchor="middle">
                    <a:solidFill>
                      <a:srgbClr val="009B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FFFFFF"/>
                          </a:solidFill>
                        </a:rPr>
                        <a:t>CatBoost</a:t>
                      </a:r>
                    </a:p>
                  </a:txBody>
                  <a:tcPr marL="66675" marR="66675" marT="38100" marB="38100" anchor="middle">
                    <a:solidFill>
                      <a:srgbClr val="009B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FFFFFF"/>
                          </a:solidFill>
                        </a:rPr>
                        <a:t>Random Forest</a:t>
                      </a:r>
                    </a:p>
                  </a:txBody>
                  <a:tcPr marL="66675" marR="66675" marT="38100" marB="38100" anchor="middle">
                    <a:solidFill>
                      <a:srgbClr val="009B78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25" b="1">
                          <a:solidFill>
                            <a:srgbClr val="172033"/>
                          </a:solidFill>
                        </a:rPr>
                        <a:t>1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Отн. очки / зач. турнир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0,541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Отн. очки / зач. турнир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0,533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Отн. очки / зач. турнир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0,128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25" b="1">
                          <a:solidFill>
                            <a:srgbClr val="172033"/>
                          </a:solidFill>
                        </a:rPr>
                        <a:t>2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ELO-вероятность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0,092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Разница ELO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0,470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Очки / зач. турнир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0,110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25" b="1">
                          <a:solidFill>
                            <a:srgbClr val="172033"/>
                          </a:solidFill>
                        </a:rPr>
                        <a:t>3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Отн. рейтинг. очки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0,090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ELO-вероятность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0,420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Отн. рейтинг. очки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0,094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25" b="1">
                          <a:solidFill>
                            <a:srgbClr val="172033"/>
                          </a:solidFill>
                        </a:rPr>
                        <a:t>4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Разница ELO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0,083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Разница ранга РТТ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0,289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Разница рейтинг. очков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0,084</a:t>
                      </a:r>
                    </a:p>
                  </a:txBody>
                  <a:tcPr marL="66675" marR="66675" marT="38100" marB="38100" anchor="middle">
                    <a:solidFill>
                      <a:srgbClr val="F8FA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825" b="1">
                          <a:solidFill>
                            <a:srgbClr val="172033"/>
                          </a:solidFill>
                        </a:rPr>
                        <a:t>5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Очки / зач. турнир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0,024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Очки / зач. турнир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0,205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Разница ранга РТТ</a:t>
                      </a:r>
                    </a:p>
                    <a:p>
                      <a:r>
                        <a:rPr sz="825" b="0">
                          <a:solidFill>
                            <a:srgbClr val="172033"/>
                          </a:solidFill>
                        </a:rPr>
                        <a:t>0,078</a:t>
                      </a:r>
                    </a:p>
                  </a:txBody>
                  <a:tcPr marL="66675" marR="66675" marT="38100" marB="38100" anchor="middle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EE609-8F6D-4A5A-875C-4FEBEE0C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62150"/>
            <a:ext cx="2857500" cy="33337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F0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1F5B1-09F8-4218-8564-700E4244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90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Главный вывод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3CC51-B10D-4189-ADAA-7653F548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47950"/>
            <a:ext cx="2343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9686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0">
                <a:solidFill>
                  <a:srgbClr val="172033"/>
                </a:solidFill>
              </a:defRPr>
            </a:pPr>
            <a:r>
              <a:rPr sz="1163" b="0">
                <a:solidFill>
                  <a:srgbClr val="172033"/>
                </a:solidFill>
              </a:rPr>
              <a:t>• Все основные модели ставят наверх скорректированные рейтинговые показатели.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63" b="0">
                <a:solidFill>
                  <a:srgbClr val="172033"/>
                </a:solidFill>
              </a:defRPr>
            </a:pPr>
            <a:r>
              <a:rPr sz="1163" b="0">
                <a:solidFill>
                  <a:srgbClr val="172033"/>
                </a:solidFill>
              </a:rPr>
              <a:t>• ELO стабильно входит в число ключевых сигналов силы игрока.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63" b="0">
                <a:solidFill>
                  <a:srgbClr val="172033"/>
                </a:solidFill>
              </a:defRPr>
            </a:pPr>
            <a:r>
              <a:rPr sz="1163" b="0">
                <a:solidFill>
                  <a:srgbClr val="172033"/>
                </a:solidFill>
              </a:rPr>
              <a:t>• Официальный рейтинг важен, но работает лучше в сочетании с динамикой и качеством соперников.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D41A8-F6F3-40F7-9CDE-9AD2523B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29150"/>
            <a:ext cx="2343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EF"/>
          </a:solidFill>
          <a:ln xmlns:a="http://schemas.openxmlformats.org/drawingml/2006/main" w="0">
            <a:solidFill>
              <a:srgbClr val="EEF2FF"/>
            </a:solidFill>
          </a:ln>
        </p:spPr>
        <p:txBody>
          <a:bodyPr xmlns:a="http://schemas.openxmlformats.org/drawingml/2006/main" lIns="95250" tIns="76200" rIns="95250" bIns="76200" anchor="t">
            <a:normAutofit fontScale="686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13" b="1">
                <a:solidFill>
                  <a:srgbClr val="4B3BAA"/>
                </a:solidFill>
              </a:defRPr>
            </a:pPr>
            <a:r>
              <a:rPr sz="1013" b="1">
                <a:solidFill>
                  <a:srgbClr val="08705F"/>
                </a:solidFill>
              </a:rPr>
              <a:t>Вывод для защиты: модель использует предметно понятные факторы, а не случайные технические поля.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02E63E-75E4-49A4-84EA-BCB01551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578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Ранжирование подтверждает логику проекта: качество прогноза дает сочетание официального рейтинга, скорректированных очков, ELO и силы предыдущих соперников.</a:t>
            </a:r>
          </a:p>
        </p:txBody>
      </p:sp>
    </p:spTree>
    <p:extLst>
      <p:ext uri="{BB962C8B-B14F-4D97-AF65-F5344CB8AC3E}">
        <p14:creationId xmlns:p14="http://schemas.microsoft.com/office/powerpoint/2010/main" val="4244064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F4563B5A-AA38-44EE-A659-6253511C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09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C6DDD894-76C8-42E1-8A90-DBD9B683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5E1612F9-FB58-4703-980A-2D326537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Панель прогноза конкретного матча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050AC63-FDA2-42C5-9E24-A9F2A9B1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Единый пульт: данные, модель, игроки и объяснение результата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165E17BF-ED7D-4BCA-B823-6D7B0878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4FAA7801-1683-4326-8931-5572FB42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0241A44F-6423-4EB4-BB14-3DF3CC63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5048250" cy="314325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AA5362F5-49AB-4AAB-96EF-4FB82DE8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241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1414"/>
                </a:solidFill>
              </a:defRPr>
            </a:pPr>
            <a:r>
              <a:rPr sz="1800" b="1">
                <a:solidFill>
                  <a:srgbClr val="141414"/>
                </a:solidFill>
              </a:rPr>
              <a:t>Прогноз матча</a:t>
            </a:r>
          </a:p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9E45B7DE-047A-4908-9D70-DE27FFCF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Игрок A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161630A-FB10-48B8-BDDE-FF22A429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766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E6CDCF3-FFA5-4442-B7A5-1DB811FE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05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1414"/>
                </a:solidFill>
              </a:defRPr>
            </a:pPr>
            <a:r>
              <a:rPr sz="1350" b="1">
                <a:solidFill>
                  <a:srgbClr val="141414"/>
                </a:solidFill>
              </a:rPr>
              <a:t>Вероятность победы</a:t>
            </a:r>
          </a:p>
        </p:txBody>
      </p:sp>
      <p:sp>
        <p:nvSpPr>
          <p:cNvPr id="12" name="Прямоугольник: скругленные углы 11">
            <a:extLst xmlns:a="http://schemas.openxmlformats.org/drawingml/2006/main">
              <a:ext uri="{FF2B5EF4-FFF2-40B4-BE49-F238E27FC236}">
                <a16:creationId xmlns:a16="http://schemas.microsoft.com/office/drawing/2014/main" id="{A706C56A-B6D6-42C3-9365-893C7BEA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24350"/>
            <a:ext cx="3714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DE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Прямоугольник: скругленные углы 12">
            <a:extLst xmlns:a="http://schemas.openxmlformats.org/drawingml/2006/main">
              <a:ext uri="{FF2B5EF4-FFF2-40B4-BE49-F238E27FC236}">
                <a16:creationId xmlns:a16="http://schemas.microsoft.com/office/drawing/2014/main" id="{DB4CB244-32DC-481C-AB2D-42C5A2E6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24350"/>
            <a:ext cx="2400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D418E3AE-2492-441F-8EA4-57F95299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33875"/>
            <a:ext cx="857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141414"/>
                </a:solidFill>
              </a:defRPr>
            </a:pPr>
            <a:r>
              <a:rPr sz="1800" b="1">
                <a:solidFill>
                  <a:srgbClr val="141414"/>
                </a:solidFill>
              </a:rPr>
              <a:t>65%</a:t>
            </a:r>
          </a:p>
        </p:txBody>
      </p:sp>
      <p:sp>
        <p:nvSpPr>
          <p:cNvPr id="15" name="Прямоугольник: скругленные углы 14">
            <a:extLst xmlns:a="http://schemas.openxmlformats.org/drawingml/2006/main">
              <a:ext uri="{FF2B5EF4-FFF2-40B4-BE49-F238E27FC236}">
                <a16:creationId xmlns:a16="http://schemas.microsoft.com/office/drawing/2014/main" id="{FEADD788-D36A-457A-A19D-74F62681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28875"/>
            <a:ext cx="4286250" cy="990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1789C8BB-4181-48B9-8720-EBB96205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57475"/>
            <a:ext cx="382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Аналитика игроков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B51E36D5-FC75-451C-B286-20EE08B1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382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6957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рейтинг, очки, ELO, матчи, winrate, форма 5/10, отдых</a:t>
            </a:r>
          </a:p>
        </p:txBody>
      </p:sp>
      <p:sp>
        <p:nvSpPr>
          <p:cNvPr id="18" name="Прямоугольник: скругленные углы 17">
            <a:extLst xmlns:a="http://schemas.openxmlformats.org/drawingml/2006/main">
              <a:ext uri="{FF2B5EF4-FFF2-40B4-BE49-F238E27FC236}">
                <a16:creationId xmlns:a16="http://schemas.microsoft.com/office/drawing/2014/main" id="{4B243468-8499-4389-9C3E-8FE12E22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48075"/>
            <a:ext cx="4286250" cy="990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D45A6EE4-DE53-4CF9-89B4-48B51A0A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76675"/>
            <a:ext cx="382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История и графики</a:t>
            </a:r>
          </a:p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292A92F1-8311-45E8-BFF6-F19DA24F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33875"/>
            <a:ext cx="382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6957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динамика рейтинга, ELO и вероятности во времени</a:t>
            </a:r>
          </a:p>
        </p:txBody>
      </p:sp>
      <p:sp>
        <p:nvSpPr>
          <p:cNvPr id="21" name="Прямоугольник: скругленные углы 20">
            <a:extLst xmlns:a="http://schemas.openxmlformats.org/drawingml/2006/main">
              <a:ext uri="{FF2B5EF4-FFF2-40B4-BE49-F238E27FC236}">
                <a16:creationId xmlns:a16="http://schemas.microsoft.com/office/drawing/2014/main" id="{590C2FF0-0D4D-4468-8B73-F7F1B11A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67275"/>
            <a:ext cx="4286250" cy="9906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99C9E346-F7AE-4EBB-BE72-B32590C3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95875"/>
            <a:ext cx="382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Факторы прогноза</a:t>
            </a:r>
          </a:p>
        </p:txBody>
      </p:sp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1626B4BE-0441-446A-8FE9-6642D005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553075"/>
            <a:ext cx="382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69571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6B64"/>
                </a:solidFill>
              </a:defRPr>
            </a:pPr>
            <a:r>
              <a:rPr sz="1125" b="0">
                <a:solidFill>
                  <a:srgbClr val="636B64"/>
                </a:solidFill>
              </a:rPr>
              <a:t>таблица признаков, которые сильнее всего сдвинули вероятность</a:t>
            </a:r>
          </a:p>
        </p:txBody>
      </p:sp>
    </p:spTree>
    <p:extLst>
      <p:ext uri="{BB962C8B-B14F-4D97-AF65-F5344CB8AC3E}">
        <p14:creationId xmlns:p14="http://schemas.microsoft.com/office/powerpoint/2010/main" val="1101767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0B3A5FA1-8215-4FCD-A20F-E46FBA8D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10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615183A-3DF5-435E-B1FE-52DD2BFB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21EE677E-7D98-4A72-A62A-EE9E9BAE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Практическое применение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F8E9382-4274-40CD-8282-6BF157D1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Модель помогает интерпретировать матч, а не заменяет эксперта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8162B481-2C21-4F6B-8E07-AC46C3A9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3D762C46-8810-4FB1-8A85-7CCE5207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A05301AB-73A7-4F9C-9A44-B89862E6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3238500" cy="15240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Овал 7">
            <a:extLst xmlns:a="http://schemas.openxmlformats.org/drawingml/2006/main">
              <a:ext uri="{FF2B5EF4-FFF2-40B4-BE49-F238E27FC236}">
                <a16:creationId xmlns:a16="http://schemas.microsoft.com/office/drawing/2014/main" id="{4A53AAF1-A3B7-4EDF-B8B2-50D80DAC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2FADA78A-EDA7-4AC6-903F-9C3771AD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52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DFF9DC45-8CDA-43DC-9533-6CC1F1FB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05100"/>
            <a:ext cx="2343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Подготовка к матчу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E980C6A5-50AF-4F81-AA34-558EE3B6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62300"/>
            <a:ext cx="2781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оценка относительной силы соперника, формы, отдыха и истории встреч</a:t>
            </a:r>
          </a:p>
        </p:txBody>
      </p:sp>
      <p:sp>
        <p:nvSpPr>
          <p:cNvPr id="12" name="Прямоугольник: скругленные углы 11">
            <a:extLst xmlns:a="http://schemas.openxmlformats.org/drawingml/2006/main">
              <a:ext uri="{FF2B5EF4-FFF2-40B4-BE49-F238E27FC236}">
                <a16:creationId xmlns:a16="http://schemas.microsoft.com/office/drawing/2014/main" id="{875C3D85-2E53-4C38-9AB6-9E59314A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76500"/>
            <a:ext cx="3238500" cy="15240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BB46E5D0-16F2-4873-9648-D3016107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05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A4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04E822F8-913D-40A8-AB87-D36F9DAD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52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2D2B701C-E4F4-4F84-8132-52B09308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05100"/>
            <a:ext cx="2343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9170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Планирование календаря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A296193F-BDDB-489B-B15F-0AB90EBC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62300"/>
            <a:ext cx="2781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предварительная оценка сложности турнира и возможной сетки</a:t>
            </a:r>
          </a:p>
        </p:txBody>
      </p:sp>
      <p:sp>
        <p:nvSpPr>
          <p:cNvPr id="17" name="Прямоугольник: скругленные углы 16">
            <a:extLst xmlns:a="http://schemas.openxmlformats.org/drawingml/2006/main">
              <a:ext uri="{FF2B5EF4-FFF2-40B4-BE49-F238E27FC236}">
                <a16:creationId xmlns:a16="http://schemas.microsoft.com/office/drawing/2014/main" id="{4F6C6A34-4FB4-4849-A44A-2087FEDB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76500"/>
            <a:ext cx="3238500" cy="15240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Овал 17">
            <a:extLst xmlns:a="http://schemas.openxmlformats.org/drawingml/2006/main">
              <a:ext uri="{FF2B5EF4-FFF2-40B4-BE49-F238E27FC236}">
                <a16:creationId xmlns:a16="http://schemas.microsoft.com/office/drawing/2014/main" id="{EA9BEB29-6ADF-4899-AB4A-C4899497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05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EEE390B7-B041-4F09-84E1-17EF49BD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5272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4407933E-F96B-48C1-ADB5-3BF89F0A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05100"/>
            <a:ext cx="2343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Мониторинг развития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24878B73-5565-49BA-829B-C51AF872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62300"/>
            <a:ext cx="2781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динамика ELO, рейтинговых очков, места в рейтинге и формы</a:t>
            </a:r>
          </a:p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427D003E-D37C-4697-BE76-76235DE7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0125"/>
            <a:ext cx="857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936D"/>
                </a:solidFill>
              </a:defRPr>
            </a:pPr>
            <a:r>
              <a:rPr sz="2025" b="1">
                <a:solidFill>
                  <a:srgbClr val="15936D"/>
                </a:solidFill>
              </a:rPr>
              <a:t>Наиболее полезный сценарий — аналитика для тренера, игрока или исследователя юниорского тенниса.</a:t>
            </a:r>
          </a:p>
        </p:txBody>
      </p:sp>
    </p:spTree>
    <p:extLst>
      <p:ext uri="{BB962C8B-B14F-4D97-AF65-F5344CB8AC3E}">
        <p14:creationId xmlns:p14="http://schemas.microsoft.com/office/powerpoint/2010/main" val="16299329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56A43E72-AA8B-4DFC-80FE-A6F3AFC0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11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6630A29-B96C-45B2-AABC-D9BFA182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EF23C131-A28C-45F3-8FFA-620CDCA8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Ограничения проекта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DD97C586-F523-4E39-ADEA-CF5F1B4C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Прогноз — вероятностная оценка на основе доступной статистики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942FA12C-6367-492B-9789-7F3A058C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FD2B1EEF-5EF6-4FFC-B889-A070FD12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Овал 6">
            <a:extLst xmlns:a="http://schemas.openxmlformats.org/drawingml/2006/main">
              <a:ext uri="{FF2B5EF4-FFF2-40B4-BE49-F238E27FC236}">
                <a16:creationId xmlns:a16="http://schemas.microsoft.com/office/drawing/2014/main" id="{E6523750-DCE1-440A-AEF7-BEDE1649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9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F34289CE-C126-46B2-9AA8-EC6739E2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3365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Зависимость от публичных данных РТТ и верстки сайта.</a:t>
            </a: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772D539C-3C69-4501-8753-248E9647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E1D77A1-170F-4BDE-AD68-2B905764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0515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Нет данных о травмах, покрытии, погоде, переездах и текущем самочувствии.</a:t>
            </a:r>
          </a:p>
        </p:txBody>
      </p:sp>
      <p:sp>
        <p:nvSpPr>
          <p:cNvPr id="11" name="Овал 10">
            <a:extLst xmlns:a="http://schemas.openxmlformats.org/drawingml/2006/main">
              <a:ext uri="{FF2B5EF4-FFF2-40B4-BE49-F238E27FC236}">
                <a16:creationId xmlns:a16="http://schemas.microsoft.com/office/drawing/2014/main" id="{8439E117-6DDD-43CF-92DF-F682E3D3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F9ACBAA0-303E-427E-8D45-55F141E7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7665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У игроков с малой историей менее устойчивы ELO, форма, H2H и общие соперники.</a:t>
            </a: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7803BA37-303E-4502-AC03-97706F75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A4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79B8A4A-C1B4-4CA9-8ACF-5018E1D9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4815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Исторические метрики не гарантируют такое же качество на будущих данных.</a:t>
            </a:r>
          </a:p>
        </p:txBody>
      </p:sp>
      <p:sp>
        <p:nvSpPr>
          <p:cNvPr id="15" name="Овал 14">
            <a:extLst xmlns:a="http://schemas.openxmlformats.org/drawingml/2006/main">
              <a:ext uri="{FF2B5EF4-FFF2-40B4-BE49-F238E27FC236}">
                <a16:creationId xmlns:a16="http://schemas.microsoft.com/office/drawing/2014/main" id="{6E4823C1-76C5-49A2-BE36-76C623DC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95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36D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860EE79F-F5EA-4527-90E4-881F8519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19650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41414"/>
                </a:solidFill>
              </a:defRPr>
            </a:pPr>
            <a:r>
              <a:rPr sz="1350" b="0">
                <a:solidFill>
                  <a:srgbClr val="141414"/>
                </a:solidFill>
              </a:rPr>
              <a:t>Для промышленного применения нужны мониторинг качества, rolling-validation и контроль калибровки.</a:t>
            </a:r>
          </a:p>
        </p:txBody>
      </p:sp>
      <p:sp>
        <p:nvSpPr>
          <p:cNvPr id="17" name="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C3E6CFF2-60B4-4AE5-81AC-E6CAD997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76F51"/>
                </a:solidFill>
              </a:defRPr>
            </a:pPr>
            <a:r>
              <a:rPr sz="1650" b="1">
                <a:solidFill>
                  <a:srgbClr val="E76F51"/>
                </a:solidFill>
              </a:rPr>
              <a:t>Проект не предназначен для ставок или автоматического принятия решений.</a:t>
            </a:r>
          </a:p>
        </p:txBody>
      </p:sp>
    </p:spTree>
    <p:extLst>
      <p:ext uri="{BB962C8B-B14F-4D97-AF65-F5344CB8AC3E}">
        <p14:creationId xmlns:p14="http://schemas.microsoft.com/office/powerpoint/2010/main" val="13676643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C2D0B2E3-6969-426F-9665-9DD89110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5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36D"/>
                </a:solidFill>
              </a:defRPr>
            </a:pPr>
            <a:r>
              <a:rPr sz="1350" b="1">
                <a:solidFill>
                  <a:srgbClr val="15936D"/>
                </a:solidFill>
              </a:rPr>
              <a:t>12</a:t>
            </a:r>
          </a:p>
        </p:txBody>
      </p:sp>
      <p:sp>
        <p:nvSpPr>
          <p:cNvPr id="2" name="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01D3955-0374-430B-95BC-0BABD199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3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D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050ACD9D-65DB-438E-ACB2-2F063AB5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1414"/>
                </a:solidFill>
              </a:defRPr>
            </a:pPr>
            <a:r>
              <a:rPr sz="3300" b="1">
                <a:solidFill>
                  <a:srgbClr val="141414"/>
                </a:solidFill>
              </a:rPr>
              <a:t>Итоги и развитие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83131F4F-7024-4A9D-9626-7F7CD735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36B64"/>
                </a:solidFill>
              </a:defRPr>
            </a:pPr>
            <a:r>
              <a:rPr sz="1500" b="0">
                <a:solidFill>
                  <a:srgbClr val="636B64"/>
                </a:solidFill>
              </a:rPr>
              <a:t>Что получилось и куда проект можно развивать дальше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6CA9CE57-0D0B-4526-A0FE-D74B44C5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RTT tennis match predictor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801BCC6C-D150-4C39-A890-1BFBB99D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6419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6B64"/>
                </a:solidFill>
              </a:defRPr>
            </a:pPr>
            <a:r>
              <a:rPr sz="975" b="0">
                <a:solidFill>
                  <a:srgbClr val="636B64"/>
                </a:solidFill>
              </a:rPr>
              <a:t>github.com/PnL-One/rtt-tennis-match-predictor</a:t>
            </a:r>
          </a:p>
        </p:txBody>
      </p:sp>
      <p:sp>
        <p:nvSpPr>
          <p:cNvPr id="7" name="Прямоугольник: скругленные углы 6">
            <a:extLst xmlns:a="http://schemas.openxmlformats.org/drawingml/2006/main">
              <a:ext uri="{FF2B5EF4-FFF2-40B4-BE49-F238E27FC236}">
                <a16:creationId xmlns:a16="http://schemas.microsoft.com/office/drawing/2014/main" id="{96AD8549-8C3C-4D93-A055-6FFCCD26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3276600" cy="14859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Овал 7">
            <a:extLst xmlns:a="http://schemas.openxmlformats.org/drawingml/2006/main">
              <a:ext uri="{FF2B5EF4-FFF2-40B4-BE49-F238E27FC236}">
                <a16:creationId xmlns:a16="http://schemas.microsoft.com/office/drawing/2014/main" id="{DC676F8C-B5A7-44C2-B915-B81EB131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297B332-690F-41AC-9AC4-B7AD3689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557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BABBBDD-279F-498A-9DB6-069A17E7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479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938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Реализован полный цикл</a:t>
            </a:r>
          </a:p>
        </p:txBody>
      </p:sp>
      <p:sp>
        <p:nvSpPr>
          <p:cNvPr id="11" name="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948C5426-B82C-4BFB-ADC5-87D628E3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819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сбор данных → датасет → признаки → обучение → проверка → прогнозная панель</a:t>
            </a:r>
          </a:p>
        </p:txBody>
      </p:sp>
      <p:sp>
        <p:nvSpPr>
          <p:cNvPr id="12" name="Прямоугольник: скругленные углы 11">
            <a:extLst xmlns:a="http://schemas.openxmlformats.org/drawingml/2006/main">
              <a:ext uri="{FF2B5EF4-FFF2-40B4-BE49-F238E27FC236}">
                <a16:creationId xmlns:a16="http://schemas.microsoft.com/office/drawing/2014/main" id="{FE38FF06-C031-490E-A88C-64F23CFF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19350"/>
            <a:ext cx="3276600" cy="14859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93CDBEE4-F7E5-4690-A26E-92292310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47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A4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F9F360B2-3038-4215-B551-DE00DDC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9557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76331C7D-BE53-4AC6-BBD6-F91399C5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 fontScale="803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Модель превосходит baseline</a:t>
            </a:r>
          </a:p>
        </p:txBody>
      </p:sp>
      <p:sp>
        <p:nvSpPr>
          <p:cNvPr id="16" name="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0FF52913-9D53-4F87-9A26-80897CB0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05150"/>
            <a:ext cx="2819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GBM снижает LogLoss относительно rating + ELO примерно на 7.8%</a:t>
            </a:r>
          </a:p>
        </p:txBody>
      </p:sp>
      <p:sp>
        <p:nvSpPr>
          <p:cNvPr id="17" name="Прямоугольник: скругленные углы 16">
            <a:extLst xmlns:a="http://schemas.openxmlformats.org/drawingml/2006/main">
              <a:ext uri="{FF2B5EF4-FFF2-40B4-BE49-F238E27FC236}">
                <a16:creationId xmlns:a16="http://schemas.microsoft.com/office/drawing/2014/main" id="{514B7EF2-FE01-4325-9022-4C6667F8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19350"/>
            <a:ext cx="3276600" cy="14859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2D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Овал 17">
            <a:extLst xmlns:a="http://schemas.openxmlformats.org/drawingml/2006/main">
              <a:ext uri="{FF2B5EF4-FFF2-40B4-BE49-F238E27FC236}">
                <a16:creationId xmlns:a16="http://schemas.microsoft.com/office/drawing/2014/main" id="{0BF0FB4B-DD17-4F13-98E1-A4391CC7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47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FE9D00C3-769A-4606-97DD-327FA41E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95575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Прямоугольник 19">
            <a:extLst xmlns:a="http://schemas.openxmlformats.org/drawingml/2006/main">
              <a:ext uri="{FF2B5EF4-FFF2-40B4-BE49-F238E27FC236}">
                <a16:creationId xmlns:a16="http://schemas.microsoft.com/office/drawing/2014/main" id="{1729065F-4607-4833-B869-DD5BAA3C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41414"/>
                </a:solidFill>
              </a:defRPr>
            </a:pPr>
            <a:r>
              <a:rPr sz="1575" b="1">
                <a:solidFill>
                  <a:srgbClr val="141414"/>
                </a:solidFill>
              </a:rPr>
              <a:t>Результат объясним</a:t>
            </a:r>
          </a:p>
        </p:txBody>
      </p:sp>
      <p:sp>
        <p:nvSpPr>
          <p:cNvPr id="21" name="Прямоугольник 20">
            <a:extLst xmlns:a="http://schemas.openxmlformats.org/drawingml/2006/main">
              <a:ext uri="{FF2B5EF4-FFF2-40B4-BE49-F238E27FC236}">
                <a16:creationId xmlns:a16="http://schemas.microsoft.com/office/drawing/2014/main" id="{E2F3DBC8-E35A-4888-BCCA-5A5D0C3C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05150"/>
            <a:ext cx="2819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6B64"/>
                </a:solidFill>
              </a:defRPr>
            </a:pPr>
            <a:r>
              <a:rPr sz="1200" b="0">
                <a:solidFill>
                  <a:srgbClr val="636B64"/>
                </a:solidFill>
              </a:rPr>
              <a:t>пользователь видит не только вероятность, но и вклад факторов</a:t>
            </a:r>
          </a:p>
        </p:txBody>
      </p:sp>
      <p:sp>
        <p:nvSpPr>
          <p:cNvPr id="22" name="Прямоугольник 21">
            <a:extLst xmlns:a="http://schemas.openxmlformats.org/drawingml/2006/main">
              <a:ext uri="{FF2B5EF4-FFF2-40B4-BE49-F238E27FC236}">
                <a16:creationId xmlns:a16="http://schemas.microsoft.com/office/drawing/2014/main" id="{828BFD9E-EC3B-4B5C-B751-DEE4960D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62500"/>
            <a:ext cx="8858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36D"/>
                </a:solidFill>
              </a:defRPr>
            </a:pPr>
            <a:r>
              <a:rPr sz="2100" b="1">
                <a:solidFill>
                  <a:srgbClr val="15936D"/>
                </a:solidFill>
              </a:rPr>
              <a:t>Дальше: rolling-validation, калибровка вероятностей, расширение признаков и развитие интерфейса панели.</a:t>
            </a:r>
          </a:p>
        </p:txBody>
      </p:sp>
    </p:spTree>
    <p:extLst>
      <p:ext uri="{BB962C8B-B14F-4D97-AF65-F5344CB8AC3E}">
        <p14:creationId xmlns:p14="http://schemas.microsoft.com/office/powerpoint/2010/main" val="20116281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026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Овал 6">
            <a:extLst xmlns:a="http://schemas.openxmlformats.org/drawingml/2006/main">
              <a:ext uri="{FF2B5EF4-FFF2-40B4-BE49-F238E27FC236}">
                <a16:creationId xmlns:a16="http://schemas.microsoft.com/office/drawing/2014/main" id="{7F12F5FC-B47E-4F36-8EEC-37FE3262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5725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D0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Овал 1">
            <a:extLst xmlns:a="http://schemas.openxmlformats.org/drawingml/2006/main">
              <a:ext uri="{FF2B5EF4-FFF2-40B4-BE49-F238E27FC236}">
                <a16:creationId xmlns:a16="http://schemas.microsoft.com/office/drawing/2014/main" id="{F0CF60A9-CD96-449C-A90C-776AF41F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622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8152468-8BC0-4C1D-99A8-A356643C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Спасибо</a:t>
            </a:r>
          </a:p>
        </p:txBody>
      </p:sp>
      <p:sp>
        <p:nvSpPr>
          <p:cNvPr id="4" name="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182B4E4A-6E49-44DC-8DFB-1CE98F7B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19375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D9E3DC"/>
                </a:solidFill>
              </a:defRPr>
            </a:pPr>
            <a:r>
              <a:rPr sz="2025" b="0">
                <a:solidFill>
                  <a:srgbClr val="D9E3DC"/>
                </a:solidFill>
              </a:rPr>
              <a:t>Готов показать код, панель управления и прогноз по конкретному матчу.</a:t>
            </a:r>
          </a:p>
        </p:txBody>
      </p:sp>
      <p:sp>
        <p:nvSpPr>
          <p:cNvPr id="5" name="Прямоугольник 4">
            <a:extLst xmlns:a="http://schemas.openxmlformats.org/drawingml/2006/main">
              <a:ext uri="{FF2B5EF4-FFF2-40B4-BE49-F238E27FC236}">
                <a16:creationId xmlns:a16="http://schemas.microsoft.com/office/drawing/2014/main" id="{A3B2CE75-AB64-4BAA-A2CF-19C7632D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EB9B2"/>
                </a:solidFill>
              </a:defRPr>
            </a:pPr>
            <a:r>
              <a:rPr sz="1500" b="0">
                <a:solidFill>
                  <a:srgbClr val="AEB9B2"/>
                </a:solidFill>
              </a:rPr>
              <a:t>Рабочий код проекта: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9F77CAA9-19B3-485B-B9A9-B940A1E7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704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4BD0A0"/>
                </a:solidFill>
              </a:defRPr>
            </a:pPr>
            <a:r>
              <a:rPr sz="2100" b="1">
                <a:solidFill>
                  <a:srgbClr val="4BD0A0"/>
                </a:solidFill>
              </a:rPr>
              <a:t>github.com/PnL-One/rtt-tennis-match-predictor</a:t>
            </a:r>
          </a:p>
        </p:txBody>
      </p:sp>
    </p:spTree>
    <p:extLst>
      <p:ext uri="{BB962C8B-B14F-4D97-AF65-F5344CB8AC3E}">
        <p14:creationId xmlns:p14="http://schemas.microsoft.com/office/powerpoint/2010/main" val="1973784486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imple Ligh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2026-05-13T10:52:33.0990000Z</dcterms:created>
  <dcterms:modified xsi:type="dcterms:W3CDTF">2026-05-13T10:52:33.0990000Z</dcterms:modified>
</coreProperties>
</file>