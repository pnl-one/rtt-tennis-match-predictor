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3929c2542e4f78" /><Relationship Type="http://schemas.openxmlformats.org/officeDocument/2006/relationships/extended-properties" Target="/docProps/app.xml" Id="R35d70062347a4fe2" /><Relationship Type="http://schemas.openxmlformats.org/officeDocument/2006/relationships/officeDocument" Target="/ppt/presentation.xml" Id="R0a8e8e6a52ea46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7c88c3545e42ce"/>
  </p:sldMasterIdLst>
  <p:notesMasterIdLst>
    <p:notesMasterId xmlns:r="http://schemas.openxmlformats.org/officeDocument/2006/relationships" r:id="R42cdd00cb9084028"/>
  </p:notesMasterIdLst>
  <p:sldIdLst>
    <p:sldId xmlns:r="http://schemas.openxmlformats.org/officeDocument/2006/relationships" id="256" r:id="R572f592ce9544b31"/>
    <p:sldId xmlns:r="http://schemas.openxmlformats.org/officeDocument/2006/relationships" id="257" r:id="R8ff1c2046d204349"/>
    <p:sldId xmlns:r="http://schemas.openxmlformats.org/officeDocument/2006/relationships" id="258" r:id="R9c191f9ad0454d3a"/>
    <p:sldId xmlns:r="http://schemas.openxmlformats.org/officeDocument/2006/relationships" id="259" r:id="R34f6494022eb4b70"/>
    <p:sldId xmlns:r="http://schemas.openxmlformats.org/officeDocument/2006/relationships" id="260" r:id="R56a4479320f9481c"/>
    <p:sldId xmlns:r="http://schemas.openxmlformats.org/officeDocument/2006/relationships" id="261" r:id="Ra9f41d58ffd84cbe"/>
    <p:sldId xmlns:r="http://schemas.openxmlformats.org/officeDocument/2006/relationships" id="262" r:id="R44187a2ce49641d9"/>
    <p:sldId xmlns:r="http://schemas.openxmlformats.org/officeDocument/2006/relationships" id="263" r:id="Rd5439efe9e344bcb"/>
    <p:sldId xmlns:r="http://schemas.openxmlformats.org/officeDocument/2006/relationships" id="264" r:id="Rc6cebec52b4146ee"/>
    <p:sldId xmlns:r="http://schemas.openxmlformats.org/officeDocument/2006/relationships" id="265" r:id="Rdb76bce0f8074404"/>
    <p:sldId xmlns:r="http://schemas.openxmlformats.org/officeDocument/2006/relationships" id="266" r:id="R191953b969b14485"/>
    <p:sldId xmlns:r="http://schemas.openxmlformats.org/officeDocument/2006/relationships" id="267" r:id="R2021d25cd95a41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F12479AA-1188-46D5-84F2-6A872CF9E262}">
  <a:tblStyle styleId="{F12479AA-1188-46D5-84F2-6A872CF9E262}" styleName="Table_0">
    <a:wholeTbl>
      <a:tcTxStyle b="off" i="off">
        <a:font>
          <a:latin typeface="Circe"/>
          <a:ea typeface="Circe"/>
          <a:cs typeface="Circe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2CD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FFF1E8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c88c3545e42ce" /><Relationship Type="http://schemas.openxmlformats.org/officeDocument/2006/relationships/theme" Target="/ppt/theme/theme1.xml" Id="R3f28d66c6bb3473d" /><Relationship Type="http://schemas.openxmlformats.org/officeDocument/2006/relationships/notesMaster" Target="/ppt/notesMasters/notesMaster1.xml" Id="R42cdd00cb9084028" /><Relationship Type="http://schemas.openxmlformats.org/officeDocument/2006/relationships/presProps" Target="/ppt/presProps.xml" Id="R8056fbb6f06a4a8e" /><Relationship Type="http://schemas.openxmlformats.org/officeDocument/2006/relationships/viewProps" Target="/ppt/viewProps.xml" Id="Ref81683748024df7" /><Relationship Type="http://schemas.openxmlformats.org/officeDocument/2006/relationships/tableStyles" Target="/ppt/tableStyles.xml" Id="R97edca508e19466c" /><Relationship Type="http://schemas.openxmlformats.org/officeDocument/2006/relationships/slide" Target="/ppt/slides/slide1.xml" Id="R572f592ce9544b31" /><Relationship Type="http://schemas.openxmlformats.org/officeDocument/2006/relationships/slide" Target="/ppt/slides/slide2.xml" Id="R8ff1c2046d204349" /><Relationship Type="http://schemas.openxmlformats.org/officeDocument/2006/relationships/slide" Target="/ppt/slides/slide3.xml" Id="R9c191f9ad0454d3a" /><Relationship Type="http://schemas.openxmlformats.org/officeDocument/2006/relationships/slide" Target="/ppt/slides/slide4.xml" Id="R34f6494022eb4b70" /><Relationship Type="http://schemas.openxmlformats.org/officeDocument/2006/relationships/slide" Target="/ppt/slides/slide5.xml" Id="R56a4479320f9481c" /><Relationship Type="http://schemas.openxmlformats.org/officeDocument/2006/relationships/slide" Target="/ppt/slides/slide6.xml" Id="Ra9f41d58ffd84cbe" /><Relationship Type="http://schemas.openxmlformats.org/officeDocument/2006/relationships/slide" Target="/ppt/slides/slide7.xml" Id="R44187a2ce49641d9" /><Relationship Type="http://schemas.openxmlformats.org/officeDocument/2006/relationships/slide" Target="/ppt/slides/slide8.xml" Id="Rd5439efe9e344bcb" /><Relationship Type="http://schemas.openxmlformats.org/officeDocument/2006/relationships/slide" Target="/ppt/slides/slide9.xml" Id="Rc6cebec52b4146ee" /><Relationship Type="http://schemas.openxmlformats.org/officeDocument/2006/relationships/slide" Target="/ppt/slides/slide10.xml" Id="Rdb76bce0f8074404" /><Relationship Type="http://schemas.openxmlformats.org/officeDocument/2006/relationships/slide" Target="/ppt/slides/slide11.xml" Id="R191953b969b14485" /><Relationship Type="http://schemas.openxmlformats.org/officeDocument/2006/relationships/slide" Target="/ppt/slides/slide12.xml" Id="R2021d25cd95a41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cc8713fc5ff4f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4BD0A0"/>
      </a:dk2>
      <a:lt2>
        <a:srgbClr val="27282D"/>
      </a:lt2>
      <a:accent1>
        <a:srgbClr val="EB236B"/>
      </a:accent1>
      <a:accent2>
        <a:srgbClr val="5D00F5"/>
      </a:accent2>
      <a:accent3>
        <a:srgbClr val="0066FF"/>
      </a:accent3>
      <a:accent4>
        <a:srgbClr val="F3F4F7"/>
      </a:accent4>
      <a:accent5>
        <a:srgbClr val="999999"/>
      </a:accent5>
      <a:accent6>
        <a:srgbClr val="FFFFFF"/>
      </a:accent6>
      <a:hlink>
        <a:srgbClr val="4BD0A0"/>
      </a:hlink>
      <a:folHlink>
        <a:srgbClr val="0097A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0cc28aa644e8b" /><Relationship Type="http://schemas.openxmlformats.org/officeDocument/2006/relationships/notesMaster" Target="/ppt/notesMasters/notesMaster1.xml" Id="Rfca4211f82434c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0bf75da9d54685" /><Relationship Type="http://schemas.openxmlformats.org/officeDocument/2006/relationships/notesMaster" Target="/ppt/notesMasters/notesMaster1.xml" Id="R49ac47e23a3447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9e66ae0a0f408d" /><Relationship Type="http://schemas.openxmlformats.org/officeDocument/2006/relationships/notesMaster" Target="/ppt/notesMasters/notesMaster1.xml" Id="R1dc5d095d3c847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d9672f0e504d87" /><Relationship Type="http://schemas.openxmlformats.org/officeDocument/2006/relationships/notesMaster" Target="/ppt/notesMasters/notesMaster1.xml" Id="Ra2b91d4e8b1245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6672b73af74890" /><Relationship Type="http://schemas.openxmlformats.org/officeDocument/2006/relationships/notesMaster" Target="/ppt/notesMasters/notesMaster1.xml" Id="R35f2b7e76b3640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99d21417094954" /><Relationship Type="http://schemas.openxmlformats.org/officeDocument/2006/relationships/notesMaster" Target="/ppt/notesMasters/notesMaster1.xml" Id="Rc77f75c93c2349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16565e56c74175" /><Relationship Type="http://schemas.openxmlformats.org/officeDocument/2006/relationships/notesMaster" Target="/ppt/notesMasters/notesMaster1.xml" Id="R22db1d88bad140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4e99c8775041c7" /><Relationship Type="http://schemas.openxmlformats.org/officeDocument/2006/relationships/notesMaster" Target="/ppt/notesMasters/notesMaster1.xml" Id="Rae75e163e7bb43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b86d3398a94ff9" /><Relationship Type="http://schemas.openxmlformats.org/officeDocument/2006/relationships/notesMaster" Target="/ppt/notesMasters/notesMaster1.xml" Id="R05f926b6d9974f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505b3ca55740ba" /><Relationship Type="http://schemas.openxmlformats.org/officeDocument/2006/relationships/notesMaster" Target="/ppt/notesMasters/notesMaster1.xml" Id="Re6669c4cd3be4f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9e0f59d640432d" /><Relationship Type="http://schemas.openxmlformats.org/officeDocument/2006/relationships/notesMaster" Target="/ppt/notesMasters/notesMaster1.xml" Id="R25b64ca52d1242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edb95cf1334884" /><Relationship Type="http://schemas.openxmlformats.org/officeDocument/2006/relationships/notesMaster" Target="/ppt/notesMasters/notesMaster1.xml" Id="R4741991731c843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96b3d053844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fbe2066c848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c3c4e098e4f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a6b951dd44d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0a70e088e450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3d8e3874941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1907336be45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8ae3da41f44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0f6a39ece433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abf5556e145a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a223ac053421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25d72944a48b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c64e6cf834f0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2a16f75224d5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ceafee7c342a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009b1c733413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9fa4a268340d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2fc9721ee49a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7e31621e1479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16a713e184fb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fbed515c4436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17cc4ca974e56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3a7b30a754c0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0f07a3c9b467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9c8e54beb4a5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6ad1666e7452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1c583586a4270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467f6e88f404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dab65e6014748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9356f9a1c4f6f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7d844ad9c48cc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7d55c86c14e5c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f88840f84467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0ee9bc67f46ff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edacdbdaf46f5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a61fefaf24917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a4742b2164b0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687a335634bca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4a3e4f22e41f3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742099da046b2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7880a13b0485c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0867789604095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e2c17ab854fce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CUSTOM_3_1_1_2_2_1_1_1_2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32">
            <a:extLst xmlns:a="http://schemas.openxmlformats.org/drawingml/2006/main">
              <a:ext uri="{FF2B5EF4-FFF2-40B4-BE49-F238E27FC236}">
                <a16:creationId xmlns:a16="http://schemas.microsoft.com/office/drawing/2014/main" id="{6F89F3CA-EA35-4C49-A388-8B800C07A86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6269100" y="3455450"/>
            <a:ext cx="10003800" cy="99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44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95" name="Google Shape;495;p32">
            <a:extLst xmlns:a="http://schemas.openxmlformats.org/drawingml/2006/main">
              <a:ext uri="{FF2B5EF4-FFF2-40B4-BE49-F238E27FC236}">
                <a16:creationId xmlns:a16="http://schemas.microsoft.com/office/drawing/2014/main" id="{0AB51A2C-8FD8-4A87-9B68-480B8CFE84D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268650" y="980391"/>
            <a:ext cx="9597000" cy="24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72000" rIns="91425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96" name="Google Shape;496;p32">
            <a:extLst xmlns:a="http://schemas.openxmlformats.org/drawingml/2006/main">
              <a:ext uri="{FF2B5EF4-FFF2-40B4-BE49-F238E27FC236}">
                <a16:creationId xmlns:a16="http://schemas.microsoft.com/office/drawing/2014/main" id="{DE4DC131-5B65-42E9-9801-37A951A68A0C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6268650" y="5436000"/>
            <a:ext cx="5706000" cy="272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98000" rIns="36000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02" name="Google Shape;502;p32">
            <a:extLst xmlns:a="http://schemas.openxmlformats.org/drawingml/2006/main">
              <a:ext uri="{FF2B5EF4-FFF2-40B4-BE49-F238E27FC236}">
                <a16:creationId xmlns:a16="http://schemas.microsoft.com/office/drawing/2014/main" id="{894B80DF-634E-4AB8-BD30-AC10BF6AD641}"/>
              </a:ext>
            </a:extLst>
          </p:cNvPr>
          <p:cNvSpPr/>
          <p:nvPr>
            <p:ph type="subTitle" idx="3"/>
          </p:nvPr>
        </p:nvSpPr>
        <p:spPr>
          <a:xfrm xmlns:a="http://schemas.openxmlformats.org/drawingml/2006/main">
            <a:off x="6963825" y="8404925"/>
            <a:ext cx="4434600" cy="49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17" name="Google Shape;517;p32">
            <a:extLst xmlns:a="http://schemas.openxmlformats.org/drawingml/2006/main">
              <a:ext uri="{FF2B5EF4-FFF2-40B4-BE49-F238E27FC236}">
                <a16:creationId xmlns:a16="http://schemas.microsoft.com/office/drawing/2014/main" id="{2B394589-99CE-4373-9838-9A5BB83EB753}"/>
              </a:ext>
            </a:extLst>
          </p:cNvPr>
          <p:cNvSpPr/>
          <p:nvPr>
            <p:ph type="subTitle" idx="4"/>
          </p:nvPr>
        </p:nvSpPr>
        <p:spPr>
          <a:xfrm xmlns:a="http://schemas.openxmlformats.org/drawingml/2006/main">
            <a:off x="6963825" y="9144513"/>
            <a:ext cx="4434600" cy="49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18" name="Google Shape;518;p32">
            <a:extLst xmlns:a="http://schemas.openxmlformats.org/drawingml/2006/main">
              <a:ext uri="{FF2B5EF4-FFF2-40B4-BE49-F238E27FC236}">
                <a16:creationId xmlns:a16="http://schemas.microsoft.com/office/drawing/2014/main" id="{BB7F54C1-474C-4ACD-80FF-ECC6CFFD8235}"/>
              </a:ext>
            </a:extLst>
          </p:cNvPr>
          <p:cNvSpPr/>
          <p:nvPr>
            <p:ph type="subTitle" idx="5"/>
          </p:nvPr>
        </p:nvSpPr>
        <p:spPr>
          <a:xfrm xmlns:a="http://schemas.openxmlformats.org/drawingml/2006/main">
            <a:off x="12695913" y="9144513"/>
            <a:ext cx="4434600" cy="49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19" name="Google Shape;519;p32">
            <a:extLst xmlns:a="http://schemas.openxmlformats.org/drawingml/2006/main">
              <a:ext uri="{FF2B5EF4-FFF2-40B4-BE49-F238E27FC236}">
                <a16:creationId xmlns:a16="http://schemas.microsoft.com/office/drawing/2014/main" id="{078E557E-703A-422E-9D23-28FF46AD84E9}"/>
              </a:ext>
            </a:extLst>
          </p:cNvPr>
          <p:cNvSpPr/>
          <p:nvPr>
            <p:ph type="subTitle" idx="6"/>
          </p:nvPr>
        </p:nvSpPr>
        <p:spPr>
          <a:xfrm xmlns:a="http://schemas.openxmlformats.org/drawingml/2006/main">
            <a:off x="12695925" y="8416975"/>
            <a:ext cx="4434600" cy="48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20" name="Google Shape;520;p32">
            <a:extLst xmlns:a="http://schemas.openxmlformats.org/drawingml/2006/main">
              <a:ext uri="{FF2B5EF4-FFF2-40B4-BE49-F238E27FC236}">
                <a16:creationId xmlns:a16="http://schemas.microsoft.com/office/drawing/2014/main" id="{22D27124-D78B-4833-9CEA-4E167123A1FB}"/>
              </a:ext>
            </a:extLst>
          </p:cNvPr>
          <p:cNvSpPr/>
          <p:nvPr>
            <p:ph type="subTitle" idx="7"/>
          </p:nvPr>
        </p:nvSpPr>
        <p:spPr>
          <a:xfrm xmlns:a="http://schemas.openxmlformats.org/drawingml/2006/main">
            <a:off x="11985450" y="5436000"/>
            <a:ext cx="5750700" cy="272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98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CUSTOM_3_1_1_2_1_3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0" name="Google Shape;610;p37">
            <a:extLst xmlns:a="http://schemas.openxmlformats.org/drawingml/2006/main">
              <a:ext uri="{FF2B5EF4-FFF2-40B4-BE49-F238E27FC236}">
                <a16:creationId xmlns:a16="http://schemas.microsoft.com/office/drawing/2014/main" id="{F84C26F1-AC21-4406-8A49-1867C179ACD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40000" y="8157600"/>
            <a:ext cx="5728500" cy="17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accent5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11" name="Google Shape;611;p37">
            <a:extLst xmlns:a="http://schemas.openxmlformats.org/drawingml/2006/main">
              <a:ext uri="{FF2B5EF4-FFF2-40B4-BE49-F238E27FC236}">
                <a16:creationId xmlns:a16="http://schemas.microsoft.com/office/drawing/2014/main" id="{C5E1D497-35DE-4B5A-B7EC-1C3EBB4E1EF6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7859300" y="8908926"/>
            <a:ext cx="3292800" cy="7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1600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/>
            </a:lvl2pPr>
            <a:lvl3pPr>
              <a:spcBef>
                <a:spcPts val="3200"/>
              </a:spcBef>
              <a:spcAft>
                <a:spcPts val="0"/>
              </a:spcAft>
              <a:buNone/>
              <a:defRPr/>
            </a:lvl3pPr>
            <a:lvl4pPr>
              <a:spcBef>
                <a:spcPts val="3200"/>
              </a:spcBef>
              <a:spcAft>
                <a:spcPts val="0"/>
              </a:spcAft>
              <a:buNone/>
              <a:defRPr/>
            </a:lvl4pPr>
            <a:lvl5pPr>
              <a:spcBef>
                <a:spcPts val="3200"/>
              </a:spcBef>
              <a:spcAft>
                <a:spcPts val="0"/>
              </a:spcAft>
              <a:buNone/>
              <a:defRPr/>
            </a:lvl5pPr>
            <a:lvl6pPr>
              <a:spcBef>
                <a:spcPts val="3200"/>
              </a:spcBef>
              <a:spcAft>
                <a:spcPts val="0"/>
              </a:spcAft>
              <a:buNone/>
              <a:defRPr/>
            </a:lvl6pPr>
            <a:lvl7pPr>
              <a:spcBef>
                <a:spcPts val="3200"/>
              </a:spcBef>
              <a:spcAft>
                <a:spcPts val="0"/>
              </a:spcAft>
              <a:buNone/>
              <a:defRPr/>
            </a:lvl7pPr>
            <a:lvl8pPr>
              <a:spcBef>
                <a:spcPts val="3200"/>
              </a:spcBef>
              <a:spcAft>
                <a:spcPts val="0"/>
              </a:spcAft>
              <a:buNone/>
              <a:defRPr/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12" name="Google Shape;612;p37">
            <a:extLst xmlns:a="http://schemas.openxmlformats.org/drawingml/2006/main">
              <a:ext uri="{FF2B5EF4-FFF2-40B4-BE49-F238E27FC236}">
                <a16:creationId xmlns:a16="http://schemas.microsoft.com/office/drawing/2014/main" id="{FEED15C9-97FA-45A3-9282-87CE2DFBAB2E}"/>
              </a:ext>
            </a:extLst>
          </p:cNvPr>
          <p:cNvSpPr/>
          <p:nvPr>
            <p:ph type="subTitle" idx="3"/>
          </p:nvPr>
        </p:nvSpPr>
        <p:spPr>
          <a:xfrm xmlns:a="http://schemas.openxmlformats.org/drawingml/2006/main">
            <a:off x="12074125" y="8908926"/>
            <a:ext cx="3292800" cy="7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1600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/>
            </a:lvl2pPr>
            <a:lvl3pPr>
              <a:spcBef>
                <a:spcPts val="3200"/>
              </a:spcBef>
              <a:spcAft>
                <a:spcPts val="0"/>
              </a:spcAft>
              <a:buNone/>
              <a:defRPr/>
            </a:lvl3pPr>
            <a:lvl4pPr>
              <a:spcBef>
                <a:spcPts val="3200"/>
              </a:spcBef>
              <a:spcAft>
                <a:spcPts val="0"/>
              </a:spcAft>
              <a:buNone/>
              <a:defRPr/>
            </a:lvl4pPr>
            <a:lvl5pPr>
              <a:spcBef>
                <a:spcPts val="3200"/>
              </a:spcBef>
              <a:spcAft>
                <a:spcPts val="0"/>
              </a:spcAft>
              <a:buNone/>
              <a:defRPr/>
            </a:lvl5pPr>
            <a:lvl6pPr>
              <a:spcBef>
                <a:spcPts val="3200"/>
              </a:spcBef>
              <a:spcAft>
                <a:spcPts val="0"/>
              </a:spcAft>
              <a:buNone/>
              <a:defRPr/>
            </a:lvl6pPr>
            <a:lvl7pPr>
              <a:spcBef>
                <a:spcPts val="3200"/>
              </a:spcBef>
              <a:spcAft>
                <a:spcPts val="0"/>
              </a:spcAft>
              <a:buNone/>
              <a:defRPr/>
            </a:lvl7pPr>
            <a:lvl8pPr>
              <a:spcBef>
                <a:spcPts val="3200"/>
              </a:spcBef>
              <a:spcAft>
                <a:spcPts val="0"/>
              </a:spcAft>
              <a:buNone/>
              <a:defRPr/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18" name="Google Shape;618;p37">
            <a:extLst xmlns:a="http://schemas.openxmlformats.org/drawingml/2006/main">
              <a:ext uri="{FF2B5EF4-FFF2-40B4-BE49-F238E27FC236}">
                <a16:creationId xmlns:a16="http://schemas.microsoft.com/office/drawing/2014/main" id="{0893C916-5E3F-4B7F-8191-5CDC09EBA13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CUSTOM_3_1_1_2_1_2_1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9" name="Google Shape;699;p42">
            <a:extLst xmlns:a="http://schemas.openxmlformats.org/drawingml/2006/main">
              <a:ext uri="{FF2B5EF4-FFF2-40B4-BE49-F238E27FC236}">
                <a16:creationId xmlns:a16="http://schemas.microsoft.com/office/drawing/2014/main" id="{955EB1D9-6EED-443F-AE90-2BDD103E12F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51850" y="2707200"/>
            <a:ext cx="10004400" cy="173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08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00" name="Google Shape;700;p42">
            <a:extLst xmlns:a="http://schemas.openxmlformats.org/drawingml/2006/main">
              <a:ext uri="{FF2B5EF4-FFF2-40B4-BE49-F238E27FC236}">
                <a16:creationId xmlns:a16="http://schemas.microsoft.com/office/drawing/2014/main" id="{EC33842F-2288-4A93-AA87-7E063E5E8E8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CUSTOM_3_1_1_2_2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7" name="Google Shape;407;p27">
            <a:extLst xmlns:a="http://schemas.openxmlformats.org/drawingml/2006/main">
              <a:ext uri="{FF2B5EF4-FFF2-40B4-BE49-F238E27FC236}">
                <a16:creationId xmlns:a16="http://schemas.microsoft.com/office/drawing/2014/main" id="{A58C8276-4A1D-4441-9CFA-A19465AF98B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1850" y="2217600"/>
            <a:ext cx="12862800" cy="717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08000" rIns="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1pPr>
            <a:lvl2pPr marL="914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2pPr>
            <a:lvl3pPr marL="1371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chemeClr val="lt1"/>
                </a:solidFill>
              </a:defRPr>
            </a:lvl3pPr>
            <a:lvl4pPr marL="18288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4pPr>
            <a:lvl5pPr marL="22860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5pPr>
            <a:lvl6pPr marL="27432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chemeClr val="lt1"/>
                </a:solidFill>
              </a:defRPr>
            </a:lvl6pPr>
            <a:lvl7pPr marL="3200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7pPr>
            <a:lvl8pPr marL="3657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8pPr>
            <a:lvl9pPr marL="4114800" indent="-4191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08" name="Google Shape;408;p27">
            <a:extLst xmlns:a="http://schemas.openxmlformats.org/drawingml/2006/main">
              <a:ext uri="{FF2B5EF4-FFF2-40B4-BE49-F238E27FC236}">
                <a16:creationId xmlns:a16="http://schemas.microsoft.com/office/drawing/2014/main" id="{BB6830FD-D29F-4756-99C2-B34B9E7CACB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5721200" cy="73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>
  <p:cSld name="CUSTOM_3_1_1_2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Google Shape;734;p45">
            <a:extLst xmlns:a="http://schemas.openxmlformats.org/drawingml/2006/main">
              <a:ext uri="{FF2B5EF4-FFF2-40B4-BE49-F238E27FC236}">
                <a16:creationId xmlns:a16="http://schemas.microsoft.com/office/drawing/2014/main" id="{2FF65F15-5E34-4A8B-A1A9-B181347B238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51850" y="2707200"/>
            <a:ext cx="8592000" cy="173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08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2pPr>
            <a:lvl3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3pPr>
            <a:lvl4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4pPr>
            <a:lvl5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5pPr>
            <a:lvl6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6pPr>
            <a:lvl7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7pPr>
            <a:lvl8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8pPr>
            <a:lvl9pPr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35" name="Google Shape;735;p45">
            <a:extLst xmlns:a="http://schemas.openxmlformats.org/drawingml/2006/main">
              <a:ext uri="{FF2B5EF4-FFF2-40B4-BE49-F238E27FC236}">
                <a16:creationId xmlns:a16="http://schemas.microsoft.com/office/drawing/2014/main" id="{91A4DD31-7305-4294-B807-1A7A6923396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36" name="Google Shape;736;p45">
            <a:extLst xmlns:a="http://schemas.openxmlformats.org/drawingml/2006/main">
              <a:ext uri="{FF2B5EF4-FFF2-40B4-BE49-F238E27FC236}">
                <a16:creationId xmlns:a16="http://schemas.microsoft.com/office/drawing/2014/main" id="{E2A5B1F5-27D1-4974-B164-26E629576047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540000" y="8157600"/>
            <a:ext cx="5728500" cy="17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/>
            </a:lvl2pPr>
            <a:lvl3pPr>
              <a:spcBef>
                <a:spcPts val="3200"/>
              </a:spcBef>
              <a:spcAft>
                <a:spcPts val="0"/>
              </a:spcAft>
              <a:buNone/>
              <a:defRPr/>
            </a:lvl3pPr>
            <a:lvl4pPr>
              <a:spcBef>
                <a:spcPts val="3200"/>
              </a:spcBef>
              <a:spcAft>
                <a:spcPts val="0"/>
              </a:spcAft>
              <a:buNone/>
              <a:defRPr/>
            </a:lvl4pPr>
            <a:lvl5pPr>
              <a:spcBef>
                <a:spcPts val="3200"/>
              </a:spcBef>
              <a:spcAft>
                <a:spcPts val="0"/>
              </a:spcAft>
              <a:buNone/>
              <a:defRPr/>
            </a:lvl5pPr>
            <a:lvl6pPr>
              <a:spcBef>
                <a:spcPts val="3200"/>
              </a:spcBef>
              <a:spcAft>
                <a:spcPts val="0"/>
              </a:spcAft>
              <a:buNone/>
              <a:defRPr/>
            </a:lvl6pPr>
            <a:lvl7pPr>
              <a:spcBef>
                <a:spcPts val="3200"/>
              </a:spcBef>
              <a:spcAft>
                <a:spcPts val="0"/>
              </a:spcAft>
              <a:buNone/>
              <a:defRPr/>
            </a:lvl7pPr>
            <a:lvl8pPr>
              <a:spcBef>
                <a:spcPts val="3200"/>
              </a:spcBef>
              <a:spcAft>
                <a:spcPts val="0"/>
              </a:spcAft>
              <a:buNone/>
              <a:defRPr/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CUSTOM_3_1_1_2_2_1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7" name="Google Shape;467;p31">
            <a:extLst xmlns:a="http://schemas.openxmlformats.org/drawingml/2006/main">
              <a:ext uri="{FF2B5EF4-FFF2-40B4-BE49-F238E27FC236}">
                <a16:creationId xmlns:a16="http://schemas.microsoft.com/office/drawing/2014/main" id="{E559C406-C006-4141-8892-196CCF82185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7697850" y="3956450"/>
            <a:ext cx="10038300" cy="99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44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68" name="Google Shape;468;p31">
            <a:extLst xmlns:a="http://schemas.openxmlformats.org/drawingml/2006/main">
              <a:ext uri="{FF2B5EF4-FFF2-40B4-BE49-F238E27FC236}">
                <a16:creationId xmlns:a16="http://schemas.microsoft.com/office/drawing/2014/main" id="{2050B3DB-6BB4-4A25-84B6-1A930D097B7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697850" y="1468800"/>
            <a:ext cx="10038300" cy="24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72000" rIns="91425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69" name="Google Shape;469;p31">
            <a:extLst xmlns:a="http://schemas.openxmlformats.org/drawingml/2006/main">
              <a:ext uri="{FF2B5EF4-FFF2-40B4-BE49-F238E27FC236}">
                <a16:creationId xmlns:a16="http://schemas.microsoft.com/office/drawing/2014/main" id="{C72C68BF-73CE-4E3F-864B-2AC85778F149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8393025" y="5925600"/>
            <a:ext cx="5021700" cy="74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70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88" name="Google Shape;488;p31">
            <a:extLst xmlns:a="http://schemas.openxmlformats.org/drawingml/2006/main">
              <a:ext uri="{FF2B5EF4-FFF2-40B4-BE49-F238E27FC236}">
                <a16:creationId xmlns:a16="http://schemas.microsoft.com/office/drawing/2014/main" id="{8D810925-C1D9-46AC-98D4-D71299A6B376}"/>
              </a:ext>
            </a:extLst>
          </p:cNvPr>
          <p:cNvSpPr/>
          <p:nvPr>
            <p:ph type="subTitle" idx="3"/>
          </p:nvPr>
        </p:nvSpPr>
        <p:spPr>
          <a:xfrm xmlns:a="http://schemas.openxmlformats.org/drawingml/2006/main">
            <a:off x="8393025" y="6667200"/>
            <a:ext cx="5021700" cy="74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70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89" name="Google Shape;489;p31">
            <a:extLst xmlns:a="http://schemas.openxmlformats.org/drawingml/2006/main">
              <a:ext uri="{FF2B5EF4-FFF2-40B4-BE49-F238E27FC236}">
                <a16:creationId xmlns:a16="http://schemas.microsoft.com/office/drawing/2014/main" id="{6CF840C9-6DA4-4EA6-8D21-47ABD45C6CCE}"/>
              </a:ext>
            </a:extLst>
          </p:cNvPr>
          <p:cNvSpPr/>
          <p:nvPr>
            <p:ph type="subTitle" idx="4"/>
          </p:nvPr>
        </p:nvSpPr>
        <p:spPr>
          <a:xfrm xmlns:a="http://schemas.openxmlformats.org/drawingml/2006/main">
            <a:off x="8393025" y="7415694"/>
            <a:ext cx="5021700" cy="74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70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90" name="Google Shape;490;p31">
            <a:extLst xmlns:a="http://schemas.openxmlformats.org/drawingml/2006/main">
              <a:ext uri="{FF2B5EF4-FFF2-40B4-BE49-F238E27FC236}">
                <a16:creationId xmlns:a16="http://schemas.microsoft.com/office/drawing/2014/main" id="{29A43588-05C2-4CB2-AD2E-C0FC15BCD224}"/>
              </a:ext>
            </a:extLst>
          </p:cNvPr>
          <p:cNvSpPr/>
          <p:nvPr>
            <p:ph type="subTitle" idx="5"/>
          </p:nvPr>
        </p:nvSpPr>
        <p:spPr>
          <a:xfrm xmlns:a="http://schemas.openxmlformats.org/drawingml/2006/main">
            <a:off x="8393025" y="8163128"/>
            <a:ext cx="5021700" cy="74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70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CUSTOM_3_1_1_2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6" name="Google Shape;596;p36">
            <a:extLst xmlns:a="http://schemas.openxmlformats.org/drawingml/2006/main">
              <a:ext uri="{FF2B5EF4-FFF2-40B4-BE49-F238E27FC236}">
                <a16:creationId xmlns:a16="http://schemas.microsoft.com/office/drawing/2014/main" id="{AB5C266E-5C4D-47B2-A47A-41FC092CB70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51850" y="2707200"/>
            <a:ext cx="11433600" cy="173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08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99" name="Google Shape;599;p36">
            <a:extLst xmlns:a="http://schemas.openxmlformats.org/drawingml/2006/main">
              <a:ext uri="{FF2B5EF4-FFF2-40B4-BE49-F238E27FC236}">
                <a16:creationId xmlns:a16="http://schemas.microsoft.com/office/drawing/2014/main" id="{0D7AD1B4-043A-48C4-BED6-6EB231F2DAE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05" name="Google Shape;605;p36">
            <a:extLst xmlns:a="http://schemas.openxmlformats.org/drawingml/2006/main">
              <a:ext uri="{FF2B5EF4-FFF2-40B4-BE49-F238E27FC236}">
                <a16:creationId xmlns:a16="http://schemas.microsoft.com/office/drawing/2014/main" id="{A8CEF221-EEB3-48D2-9AFB-8F142B05751C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540000" y="8157600"/>
            <a:ext cx="5728500" cy="17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CUSTOM_3_1_1_2_1_2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7" name="Google Shape;687;p41">
            <a:extLst xmlns:a="http://schemas.openxmlformats.org/drawingml/2006/main">
              <a:ext uri="{FF2B5EF4-FFF2-40B4-BE49-F238E27FC236}">
                <a16:creationId xmlns:a16="http://schemas.microsoft.com/office/drawing/2014/main" id="{A62C6544-F50D-482E-9D2D-42A0F04C3F8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51850" y="2707200"/>
            <a:ext cx="10004400" cy="173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08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88" name="Google Shape;688;p41">
            <a:extLst xmlns:a="http://schemas.openxmlformats.org/drawingml/2006/main">
              <a:ext uri="{FF2B5EF4-FFF2-40B4-BE49-F238E27FC236}">
                <a16:creationId xmlns:a16="http://schemas.microsoft.com/office/drawing/2014/main" id="{0412EA9B-6DBA-44C1-8A72-FE9B30C21B2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CUSTOM_3_1_1_2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>
  <p:cSld name="CUSTOM_3_1_1_2_1_2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9" name="Google Shape;669;p40">
            <a:extLst xmlns:a="http://schemas.openxmlformats.org/drawingml/2006/main">
              <a:ext uri="{FF2B5EF4-FFF2-40B4-BE49-F238E27FC236}">
                <a16:creationId xmlns:a16="http://schemas.microsoft.com/office/drawing/2014/main" id="{04C9A744-DAA7-4A81-AFFA-89A9706B455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9136434" y="6096918"/>
            <a:ext cx="2790000" cy="218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0" anchor="t">
            <a:noAutofit/>
          </a:bodyPr>
          <a:lstStyle xmlns:a="http://schemas.openxmlformats.org/drawingml/2006/main">
            <a:lvl1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2pPr>
            <a:lvl3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3pPr>
            <a:lvl4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4pPr>
            <a:lvl5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5pPr>
            <a:lvl6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6pPr>
            <a:lvl7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7pPr>
            <a:lvl8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8pPr>
            <a:lvl9pPr algn="ctr">
              <a:lnSpc>
                <a:spcPct val="500000"/>
              </a:lnSpc>
              <a:spcBef>
                <a:spcPts val="3200"/>
              </a:spcBef>
              <a:spcAft>
                <a:spcPts val="320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675" name="Google Shape;675;p40">
            <a:extLst xmlns:a="http://schemas.openxmlformats.org/drawingml/2006/main">
              <a:ext uri="{FF2B5EF4-FFF2-40B4-BE49-F238E27FC236}">
                <a16:creationId xmlns:a16="http://schemas.microsoft.com/office/drawing/2014/main" id="{DDA32AB0-E739-40AC-AB14-22DF038C64F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76" name="Google Shape;676;p40">
            <a:extLst xmlns:a="http://schemas.openxmlformats.org/drawingml/2006/main">
              <a:ext uri="{FF2B5EF4-FFF2-40B4-BE49-F238E27FC236}">
                <a16:creationId xmlns:a16="http://schemas.microsoft.com/office/drawing/2014/main" id="{BB8E34CD-363C-4620-8B24-33BA4EF9B6C4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551850" y="2707200"/>
            <a:ext cx="10004400" cy="173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08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CUSTOM_3_1_1_2_1_2_1_1_1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3" name="Google Shape;723;p44">
            <a:extLst xmlns:a="http://schemas.openxmlformats.org/drawingml/2006/main">
              <a:ext uri="{FF2B5EF4-FFF2-40B4-BE49-F238E27FC236}">
                <a16:creationId xmlns:a16="http://schemas.microsoft.com/office/drawing/2014/main" id="{04B7607D-7B46-432B-BD63-75E7263502F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51850" y="2707200"/>
            <a:ext cx="10004400" cy="173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08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24" name="Google Shape;724;p44">
            <a:extLst xmlns:a="http://schemas.openxmlformats.org/drawingml/2006/main">
              <a:ext uri="{FF2B5EF4-FFF2-40B4-BE49-F238E27FC236}">
                <a16:creationId xmlns:a16="http://schemas.microsoft.com/office/drawing/2014/main" id="{D977001A-86BA-4026-9CFF-A479EE20408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CUSTOM_3_1_1_3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>
  <p:cSld name="CUSTOM_3_1_1_2_2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7" name="Google Shape;457;p30">
            <a:extLst xmlns:a="http://schemas.openxmlformats.org/drawingml/2006/main">
              <a:ext uri="{FF2B5EF4-FFF2-40B4-BE49-F238E27FC236}">
                <a16:creationId xmlns:a16="http://schemas.microsoft.com/office/drawing/2014/main" id="{FCF97A77-95E4-4ACD-907D-76FDF4D14B8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445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91425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463" name="Google Shape;463;p30">
            <a:extLst xmlns:a="http://schemas.openxmlformats.org/drawingml/2006/main">
              <a:ext uri="{FF2B5EF4-FFF2-40B4-BE49-F238E27FC236}">
                <a16:creationId xmlns:a16="http://schemas.microsoft.com/office/drawing/2014/main" id="{64F2158B-EB46-425C-A7D0-3558950C50C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40000" y="8157600"/>
            <a:ext cx="5728500" cy="17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/>
            </a:lvl2pPr>
            <a:lvl3pPr>
              <a:spcBef>
                <a:spcPts val="3200"/>
              </a:spcBef>
              <a:spcAft>
                <a:spcPts val="0"/>
              </a:spcAft>
              <a:buNone/>
              <a:defRPr/>
            </a:lvl3pPr>
            <a:lvl4pPr>
              <a:spcBef>
                <a:spcPts val="3200"/>
              </a:spcBef>
              <a:spcAft>
                <a:spcPts val="0"/>
              </a:spcAft>
              <a:buNone/>
              <a:defRPr/>
            </a:lvl4pPr>
            <a:lvl5pPr>
              <a:spcBef>
                <a:spcPts val="3200"/>
              </a:spcBef>
              <a:spcAft>
                <a:spcPts val="0"/>
              </a:spcAft>
              <a:buNone/>
              <a:defRPr/>
            </a:lvl5pPr>
            <a:lvl6pPr>
              <a:spcBef>
                <a:spcPts val="3200"/>
              </a:spcBef>
              <a:spcAft>
                <a:spcPts val="0"/>
              </a:spcAft>
              <a:buNone/>
              <a:defRPr/>
            </a:lvl6pPr>
            <a:lvl7pPr>
              <a:spcBef>
                <a:spcPts val="3200"/>
              </a:spcBef>
              <a:spcAft>
                <a:spcPts val="0"/>
              </a:spcAft>
              <a:buNone/>
              <a:defRPr/>
            </a:lvl7pPr>
            <a:lvl8pPr>
              <a:spcBef>
                <a:spcPts val="3200"/>
              </a:spcBef>
              <a:spcAft>
                <a:spcPts val="0"/>
              </a:spcAft>
              <a:buNone/>
              <a:defRPr/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CUSTOM_3_1_1_2_2_1_1_1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7" name="Google Shape;587;p35">
            <a:extLst xmlns:a="http://schemas.openxmlformats.org/drawingml/2006/main">
              <a:ext uri="{FF2B5EF4-FFF2-40B4-BE49-F238E27FC236}">
                <a16:creationId xmlns:a16="http://schemas.microsoft.com/office/drawing/2014/main" id="{FA2783E2-2806-4340-9249-398548B4C8F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856925" y="5435566"/>
            <a:ext cx="8574000" cy="321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91425" bIns="91425" anchor="t">
            <a:noAutofit/>
          </a:bodyPr>
          <a:lstStyle xmlns:a="http://schemas.openxmlformats.org/drawingml/2006/main">
            <a:lvl1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88" name="Google Shape;588;p35">
            <a:extLst xmlns:a="http://schemas.openxmlformats.org/drawingml/2006/main">
              <a:ext uri="{FF2B5EF4-FFF2-40B4-BE49-F238E27FC236}">
                <a16:creationId xmlns:a16="http://schemas.microsoft.com/office/drawing/2014/main" id="{839FE51A-8102-40AD-9255-A91EEDC3178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1850" y="9396000"/>
            <a:ext cx="7146000" cy="24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1pPr>
            <a:lvl2pPr marL="9144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2pPr>
            <a:lvl3pPr marL="13716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3pPr>
            <a:lvl4pPr marL="18288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4pPr>
            <a:lvl5pPr marL="22860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5pPr>
            <a:lvl6pPr marL="27432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6pPr>
            <a:lvl7pPr marL="32004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7pPr>
            <a:lvl8pPr marL="36576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8pPr>
            <a:lvl9pPr marL="4114800" indent="-3175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1400">
                <a:solidFill>
                  <a:srgbClr val="99999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89" name="Google Shape;589;p35">
            <a:extLst xmlns:a="http://schemas.openxmlformats.org/drawingml/2006/main">
              <a:ext uri="{FF2B5EF4-FFF2-40B4-BE49-F238E27FC236}">
                <a16:creationId xmlns:a16="http://schemas.microsoft.com/office/drawing/2014/main" id="{2409F5BC-EC06-465B-89F0-BA04B32A553E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4856925" y="2217166"/>
            <a:ext cx="8574000" cy="321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44000" rIns="91425" bIns="0" anchor="t">
            <a:noAutofit/>
          </a:bodyPr>
          <a:lstStyle xmlns:a="http://schemas.openxmlformats.org/drawingml/2006/main">
            <a:lvl1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23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 algn="ctr">
              <a:lnSpc>
                <a:spcPct val="5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CUSTOM_3_1_1_2_2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29">
            <a:extLst xmlns:a="http://schemas.openxmlformats.org/drawingml/2006/main">
              <a:ext uri="{FF2B5EF4-FFF2-40B4-BE49-F238E27FC236}">
                <a16:creationId xmlns:a16="http://schemas.microsoft.com/office/drawing/2014/main" id="{B08DCF96-7EEE-4071-BFBF-A49EE425321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7706725" y="6667200"/>
            <a:ext cx="7137000" cy="22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98000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45" name="Google Shape;445;p29">
            <a:extLst xmlns:a="http://schemas.openxmlformats.org/drawingml/2006/main">
              <a:ext uri="{FF2B5EF4-FFF2-40B4-BE49-F238E27FC236}">
                <a16:creationId xmlns:a16="http://schemas.microsoft.com/office/drawing/2014/main" id="{CEDEF037-7033-4345-BAB2-C2CFE81FCED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706725" y="3452400"/>
            <a:ext cx="8574900" cy="29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CUSTOM_3_1_1_2_1_2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3" name="Google Shape;663;p39">
            <a:extLst xmlns:a="http://schemas.openxmlformats.org/drawingml/2006/main">
              <a:ext uri="{FF2B5EF4-FFF2-40B4-BE49-F238E27FC236}">
                <a16:creationId xmlns:a16="http://schemas.microsoft.com/office/drawing/2014/main" id="{179A31ED-4507-484B-BF8A-DED4B609724E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9089997" y="7644591"/>
            <a:ext cx="2932500" cy="22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0" anchor="t">
            <a:noAutofit/>
          </a:bodyPr>
          <a:lstStyle xmlns:a="http://schemas.openxmlformats.org/drawingml/2006/main">
            <a:lvl1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2pPr>
            <a:lvl3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3pPr>
            <a:lvl4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4pPr>
            <a:lvl5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5pPr>
            <a:lvl6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6pPr>
            <a:lvl7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7pPr>
            <a:lvl8pPr algn="ctr">
              <a:lnSpc>
                <a:spcPct val="500000"/>
              </a:lnSpc>
              <a:spcBef>
                <a:spcPts val="3200"/>
              </a:spcBef>
              <a:spcAft>
                <a:spcPts val="0"/>
              </a:spcAft>
              <a:buNone/>
              <a:defRPr sz="3000"/>
            </a:lvl8pPr>
            <a:lvl9pPr algn="ctr">
              <a:lnSpc>
                <a:spcPct val="500000"/>
              </a:lnSpc>
              <a:spcBef>
                <a:spcPts val="3200"/>
              </a:spcBef>
              <a:spcAft>
                <a:spcPts val="320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664" name="Google Shape;664;p39">
            <a:extLst xmlns:a="http://schemas.openxmlformats.org/drawingml/2006/main">
              <a:ext uri="{FF2B5EF4-FFF2-40B4-BE49-F238E27FC236}">
                <a16:creationId xmlns:a16="http://schemas.microsoft.com/office/drawing/2014/main" id="{70E1C68E-0DCC-417F-A6D9-67A9A6660DF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65" name="Google Shape;665;p39">
            <a:extLst xmlns:a="http://schemas.openxmlformats.org/drawingml/2006/main">
              <a:ext uri="{FF2B5EF4-FFF2-40B4-BE49-F238E27FC236}">
                <a16:creationId xmlns:a16="http://schemas.microsoft.com/office/drawing/2014/main" id="{BEBE6227-8227-4880-99F9-AB7251D93B31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551850" y="2707200"/>
            <a:ext cx="10004400" cy="173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08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CUSTOM_3_1_1_2_2_1_1_1_1_2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1" name="Google Shape;571;p34">
            <a:extLst xmlns:a="http://schemas.openxmlformats.org/drawingml/2006/main">
              <a:ext uri="{FF2B5EF4-FFF2-40B4-BE49-F238E27FC236}">
                <a16:creationId xmlns:a16="http://schemas.microsoft.com/office/drawing/2014/main" id="{286590B4-6ADA-497A-A714-9E4535D473A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1850" y="5921400"/>
            <a:ext cx="5716800" cy="29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44000" rIns="18000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1pPr>
            <a:lvl2pPr marL="914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2pPr>
            <a:lvl3pPr marL="1371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chemeClr val="lt1"/>
                </a:solidFill>
              </a:defRPr>
            </a:lvl3pPr>
            <a:lvl4pPr marL="18288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4pPr>
            <a:lvl5pPr marL="22860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5pPr>
            <a:lvl6pPr marL="27432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chemeClr val="lt1"/>
                </a:solidFill>
              </a:defRPr>
            </a:lvl6pPr>
            <a:lvl7pPr marL="3200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7pPr>
            <a:lvl8pPr marL="3657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8pPr>
            <a:lvl9pPr marL="4114800" indent="-4191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77" name="Google Shape;577;p34">
            <a:extLst xmlns:a="http://schemas.openxmlformats.org/drawingml/2006/main">
              <a:ext uri="{FF2B5EF4-FFF2-40B4-BE49-F238E27FC236}">
                <a16:creationId xmlns:a16="http://schemas.microsoft.com/office/drawing/2014/main" id="{9F7FDB01-D77D-45B4-90E3-07F18608DB8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73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81" name="Google Shape;581;p34">
            <a:extLst xmlns:a="http://schemas.openxmlformats.org/drawingml/2006/main">
              <a:ext uri="{FF2B5EF4-FFF2-40B4-BE49-F238E27FC236}">
                <a16:creationId xmlns:a16="http://schemas.microsoft.com/office/drawing/2014/main" id="{4F093029-B635-4E08-B082-1D5033F72D76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268650" y="5921400"/>
            <a:ext cx="5716800" cy="29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44000" rIns="18000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1pPr>
            <a:lvl2pPr marL="914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2pPr>
            <a:lvl3pPr marL="1371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chemeClr val="lt1"/>
                </a:solidFill>
              </a:defRPr>
            </a:lvl3pPr>
            <a:lvl4pPr marL="18288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4pPr>
            <a:lvl5pPr marL="22860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5pPr>
            <a:lvl6pPr marL="27432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chemeClr val="lt1"/>
                </a:solidFill>
              </a:defRPr>
            </a:lvl6pPr>
            <a:lvl7pPr marL="3200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7pPr>
            <a:lvl8pPr marL="3657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8pPr>
            <a:lvl9pPr marL="4114800" indent="-4191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82" name="Google Shape;582;p34">
            <a:extLst xmlns:a="http://schemas.openxmlformats.org/drawingml/2006/main">
              <a:ext uri="{FF2B5EF4-FFF2-40B4-BE49-F238E27FC236}">
                <a16:creationId xmlns:a16="http://schemas.microsoft.com/office/drawing/2014/main" id="{9E1FF7F2-5F17-4FF0-BE01-7D8456E3B94F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11985450" y="5921400"/>
            <a:ext cx="5750700" cy="29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44000" rIns="18000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1pPr>
            <a:lvl2pPr marL="914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2pPr>
            <a:lvl3pPr marL="1371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chemeClr val="lt1"/>
                </a:solidFill>
              </a:defRPr>
            </a:lvl3pPr>
            <a:lvl4pPr marL="18288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4pPr>
            <a:lvl5pPr marL="22860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5pPr>
            <a:lvl6pPr marL="27432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chemeClr val="lt1"/>
                </a:solidFill>
              </a:defRPr>
            </a:lvl6pPr>
            <a:lvl7pPr marL="3200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chemeClr val="lt1"/>
                </a:solidFill>
              </a:defRPr>
            </a:lvl7pPr>
            <a:lvl8pPr marL="3657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chemeClr val="lt1"/>
                </a:solidFill>
              </a:defRPr>
            </a:lvl8pPr>
            <a:lvl9pPr marL="4114800" indent="-4191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CUSTOM_3_1_1_2_1_2_1_1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1" name="Google Shape;711;p43">
            <a:extLst xmlns:a="http://schemas.openxmlformats.org/drawingml/2006/main">
              <a:ext uri="{FF2B5EF4-FFF2-40B4-BE49-F238E27FC236}">
                <a16:creationId xmlns:a16="http://schemas.microsoft.com/office/drawing/2014/main" id="{EF76451C-ECCF-46D8-8244-D1BCB51A56A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51850" y="2707200"/>
            <a:ext cx="10004400" cy="173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08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None/>
              <a:defRPr sz="3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12" name="Google Shape;712;p43">
            <a:extLst xmlns:a="http://schemas.openxmlformats.org/drawingml/2006/main">
              <a:ext uri="{FF2B5EF4-FFF2-40B4-BE49-F238E27FC236}">
                <a16:creationId xmlns:a16="http://schemas.microsoft.com/office/drawing/2014/main" id="{B9471C01-EF48-4CFD-A89A-0A8FF9E47B2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CUSTOM_3_1_1_2_2_2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1" name="Google Shape;421;p28">
            <a:extLst xmlns:a="http://schemas.openxmlformats.org/drawingml/2006/main">
              <a:ext uri="{FF2B5EF4-FFF2-40B4-BE49-F238E27FC236}">
                <a16:creationId xmlns:a16="http://schemas.microsoft.com/office/drawing/2014/main" id="{F55D41CF-65D0-4C2A-A2FB-3673E070D17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1850" y="2952000"/>
            <a:ext cx="8592300" cy="520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>
                <a:solidFill>
                  <a:srgbClr val="FFFFFF"/>
                </a:solidFill>
              </a:defRPr>
            </a:lvl1pPr>
            <a:lvl2pPr marL="914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rgbClr val="FFFFFF"/>
                </a:solidFill>
              </a:defRPr>
            </a:lvl2pPr>
            <a:lvl3pPr marL="1371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rgbClr val="FFFFFF"/>
                </a:solidFill>
              </a:defRPr>
            </a:lvl3pPr>
            <a:lvl4pPr marL="18288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rgbClr val="FFFFFF"/>
                </a:solidFill>
              </a:defRPr>
            </a:lvl4pPr>
            <a:lvl5pPr marL="22860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rgbClr val="FFFFFF"/>
                </a:solidFill>
              </a:defRPr>
            </a:lvl5pPr>
            <a:lvl6pPr marL="27432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3000">
                <a:solidFill>
                  <a:srgbClr val="FFFFFF"/>
                </a:solidFill>
              </a:defRPr>
            </a:lvl6pPr>
            <a:lvl7pPr marL="32004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3000">
                <a:solidFill>
                  <a:srgbClr val="FFFFFF"/>
                </a:solidFill>
              </a:defRPr>
            </a:lvl7pPr>
            <a:lvl8pPr marL="3657600" indent="-4191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3000">
                <a:solidFill>
                  <a:srgbClr val="FFFFFF"/>
                </a:solidFill>
              </a:defRPr>
            </a:lvl8pPr>
            <a:lvl9pPr marL="4114800" indent="-4191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3000"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2" name="Google Shape;422;p28">
            <a:extLst xmlns:a="http://schemas.openxmlformats.org/drawingml/2006/main">
              <a:ext uri="{FF2B5EF4-FFF2-40B4-BE49-F238E27FC236}">
                <a16:creationId xmlns:a16="http://schemas.microsoft.com/office/drawing/2014/main" id="{786272A7-916E-445A-BEEE-58BECB42432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5721200" cy="73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9" name="Google Shape;429;p28">
            <a:extLst xmlns:a="http://schemas.openxmlformats.org/drawingml/2006/main">
              <a:ext uri="{FF2B5EF4-FFF2-40B4-BE49-F238E27FC236}">
                <a16:creationId xmlns:a16="http://schemas.microsoft.com/office/drawing/2014/main" id="{4A63AFE2-8526-40AC-96F9-7488E2B1506E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551850" y="9396000"/>
            <a:ext cx="7146000" cy="24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1pPr>
            <a:lvl2pPr marL="9144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2pPr>
            <a:lvl3pPr marL="13716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3pPr>
            <a:lvl4pPr marL="18288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4pPr>
            <a:lvl5pPr marL="22860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5pPr>
            <a:lvl6pPr marL="27432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6pPr>
            <a:lvl7pPr marL="32004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7pPr>
            <a:lvl8pPr marL="3657600" indent="-3175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8pPr>
            <a:lvl9pPr marL="4114800" indent="-3175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1400">
                <a:solidFill>
                  <a:srgbClr val="999999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CUSTOM_3_1_1_2_2_1_1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7" name="Google Shape;537;p33">
            <a:extLst xmlns:a="http://schemas.openxmlformats.org/drawingml/2006/main">
              <a:ext uri="{FF2B5EF4-FFF2-40B4-BE49-F238E27FC236}">
                <a16:creationId xmlns:a16="http://schemas.microsoft.com/office/drawing/2014/main" id="{08B21A36-DC5B-44EB-B25B-427F9652D08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41200" y="3452400"/>
            <a:ext cx="4315800" cy="222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1pPr>
            <a:lvl2pPr marL="914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2pPr>
            <a:lvl3pPr marL="1371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3pPr>
            <a:lvl4pPr marL="18288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4pPr>
            <a:lvl5pPr marL="22860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5pPr>
            <a:lvl6pPr marL="27432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6pPr>
            <a:lvl7pPr marL="3200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7pPr>
            <a:lvl8pPr marL="3657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8pPr>
            <a:lvl9pPr marL="4114800" indent="-3810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44" name="Google Shape;544;p33">
            <a:extLst xmlns:a="http://schemas.openxmlformats.org/drawingml/2006/main">
              <a:ext uri="{FF2B5EF4-FFF2-40B4-BE49-F238E27FC236}">
                <a16:creationId xmlns:a16="http://schemas.microsoft.com/office/drawing/2014/main" id="{DE952F45-8EA8-452D-B361-B5DE61FAE88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551850" y="6912000"/>
            <a:ext cx="4315800" cy="27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1pPr>
            <a:lvl2pPr marL="914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2pPr>
            <a:lvl3pPr marL="1371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3pPr>
            <a:lvl4pPr marL="18288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4pPr>
            <a:lvl5pPr marL="22860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5pPr>
            <a:lvl6pPr marL="27432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6pPr>
            <a:lvl7pPr marL="3200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7pPr>
            <a:lvl8pPr marL="3657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8pPr>
            <a:lvl9pPr marL="4114800" indent="-3810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45" name="Google Shape;545;p33">
            <a:extLst xmlns:a="http://schemas.openxmlformats.org/drawingml/2006/main">
              <a:ext uri="{FF2B5EF4-FFF2-40B4-BE49-F238E27FC236}">
                <a16:creationId xmlns:a16="http://schemas.microsoft.com/office/drawing/2014/main" id="{270A5877-0BB5-4FA2-A28D-21760F3F8E7A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68650" y="3452400"/>
            <a:ext cx="4545600" cy="222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1pPr>
            <a:lvl2pPr marL="914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2pPr>
            <a:lvl3pPr marL="1371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3pPr>
            <a:lvl4pPr marL="18288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4pPr>
            <a:lvl5pPr marL="22860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5pPr>
            <a:lvl6pPr marL="27432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6pPr>
            <a:lvl7pPr marL="3200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7pPr>
            <a:lvl8pPr marL="3657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8pPr>
            <a:lvl9pPr marL="4114800" indent="-3810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46" name="Google Shape;546;p33">
            <a:extLst xmlns:a="http://schemas.openxmlformats.org/drawingml/2006/main">
              <a:ext uri="{FF2B5EF4-FFF2-40B4-BE49-F238E27FC236}">
                <a16:creationId xmlns:a16="http://schemas.microsoft.com/office/drawing/2014/main" id="{1A046DA9-9088-4598-A39D-736E4B688C87}"/>
              </a:ext>
            </a:extLst>
          </p:cNvPr>
          <p:cNvSpPr/>
          <p:nvPr>
            <p:ph type="body" idx="4"/>
          </p:nvPr>
        </p:nvSpPr>
        <p:spPr>
          <a:xfrm xmlns:a="http://schemas.openxmlformats.org/drawingml/2006/main">
            <a:off x="6268625" y="6912000"/>
            <a:ext cx="4287600" cy="27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1pPr>
            <a:lvl2pPr marL="914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2pPr>
            <a:lvl3pPr marL="1371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3pPr>
            <a:lvl4pPr marL="18288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4pPr>
            <a:lvl5pPr marL="22860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5pPr>
            <a:lvl6pPr marL="27432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6pPr>
            <a:lvl7pPr marL="3200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7pPr>
            <a:lvl8pPr marL="3657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8pPr>
            <a:lvl9pPr marL="4114800" indent="-3810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47" name="Google Shape;547;p33">
            <a:extLst xmlns:a="http://schemas.openxmlformats.org/drawingml/2006/main">
              <a:ext uri="{FF2B5EF4-FFF2-40B4-BE49-F238E27FC236}">
                <a16:creationId xmlns:a16="http://schemas.microsoft.com/office/drawing/2014/main" id="{C78113BB-A607-46A3-8C2F-C963A10411F5}"/>
              </a:ext>
            </a:extLst>
          </p:cNvPr>
          <p:cNvSpPr/>
          <p:nvPr>
            <p:ph type="body" idx="5"/>
          </p:nvPr>
        </p:nvSpPr>
        <p:spPr>
          <a:xfrm xmlns:a="http://schemas.openxmlformats.org/drawingml/2006/main">
            <a:off x="11978000" y="3440550"/>
            <a:ext cx="4315800" cy="222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1pPr>
            <a:lvl2pPr marL="914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2pPr>
            <a:lvl3pPr marL="1371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3pPr>
            <a:lvl4pPr marL="18288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4pPr>
            <a:lvl5pPr marL="22860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5pPr>
            <a:lvl6pPr marL="27432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6pPr>
            <a:lvl7pPr marL="3200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7pPr>
            <a:lvl8pPr marL="3657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8pPr>
            <a:lvl9pPr marL="4114800" indent="-3810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48" name="Google Shape;548;p33">
            <a:extLst xmlns:a="http://schemas.openxmlformats.org/drawingml/2006/main">
              <a:ext uri="{FF2B5EF4-FFF2-40B4-BE49-F238E27FC236}">
                <a16:creationId xmlns:a16="http://schemas.microsoft.com/office/drawing/2014/main" id="{BD64053C-85D8-4D14-B9DF-0F94BFBCA0E7}"/>
              </a:ext>
            </a:extLst>
          </p:cNvPr>
          <p:cNvSpPr/>
          <p:nvPr>
            <p:ph type="body" idx="6"/>
          </p:nvPr>
        </p:nvSpPr>
        <p:spPr>
          <a:xfrm xmlns:a="http://schemas.openxmlformats.org/drawingml/2006/main">
            <a:off x="11978000" y="6912000"/>
            <a:ext cx="4315800" cy="27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1pPr>
            <a:lvl2pPr marL="914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2pPr>
            <a:lvl3pPr marL="1371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3pPr>
            <a:lvl4pPr marL="18288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4pPr>
            <a:lvl5pPr marL="22860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5pPr>
            <a:lvl6pPr marL="27432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■"/>
              <a:defRPr sz="2400">
                <a:solidFill>
                  <a:schemeClr val="lt1"/>
                </a:solidFill>
              </a:defRPr>
            </a:lvl6pPr>
            <a:lvl7pPr marL="32004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●"/>
              <a:defRPr sz="2400">
                <a:solidFill>
                  <a:schemeClr val="lt1"/>
                </a:solidFill>
              </a:defRPr>
            </a:lvl7pPr>
            <a:lvl8pPr marL="3657600" indent="-381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har char="○"/>
              <a:defRPr sz="2400">
                <a:solidFill>
                  <a:schemeClr val="lt1"/>
                </a:solidFill>
              </a:defRPr>
            </a:lvl8pPr>
            <a:lvl9pPr marL="4114800" indent="-3810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har char="■"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54" name="Google Shape;554;p33">
            <a:extLst xmlns:a="http://schemas.openxmlformats.org/drawingml/2006/main">
              <a:ext uri="{FF2B5EF4-FFF2-40B4-BE49-F238E27FC236}">
                <a16:creationId xmlns:a16="http://schemas.microsoft.com/office/drawing/2014/main" id="{1DF4FDD0-8755-475D-8EFC-5C02C6C7EE0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73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CUSTOM_3_1_1_2_1_3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5" name="Google Shape;635;p38">
            <a:extLst xmlns:a="http://schemas.openxmlformats.org/drawingml/2006/main">
              <a:ext uri="{FF2B5EF4-FFF2-40B4-BE49-F238E27FC236}">
                <a16:creationId xmlns:a16="http://schemas.microsoft.com/office/drawing/2014/main" id="{21198C4D-459B-406D-8776-F476DE98912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40000" y="8157600"/>
            <a:ext cx="5728500" cy="17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5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>
              <a:spcBef>
                <a:spcPts val="320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>
                <a:solidFill>
                  <a:schemeClr val="accent5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36" name="Google Shape;636;p38">
            <a:extLst xmlns:a="http://schemas.openxmlformats.org/drawingml/2006/main">
              <a:ext uri="{FF2B5EF4-FFF2-40B4-BE49-F238E27FC236}">
                <a16:creationId xmlns:a16="http://schemas.microsoft.com/office/drawing/2014/main" id="{8D4339A2-545B-49FF-BFD2-FF9E88DA03E4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1432406" y="5685601"/>
            <a:ext cx="3292800" cy="7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1600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/>
            </a:lvl2pPr>
            <a:lvl3pPr>
              <a:spcBef>
                <a:spcPts val="3200"/>
              </a:spcBef>
              <a:spcAft>
                <a:spcPts val="0"/>
              </a:spcAft>
              <a:buNone/>
              <a:defRPr/>
            </a:lvl3pPr>
            <a:lvl4pPr>
              <a:spcBef>
                <a:spcPts val="3200"/>
              </a:spcBef>
              <a:spcAft>
                <a:spcPts val="0"/>
              </a:spcAft>
              <a:buNone/>
              <a:defRPr/>
            </a:lvl4pPr>
            <a:lvl5pPr>
              <a:spcBef>
                <a:spcPts val="3200"/>
              </a:spcBef>
              <a:spcAft>
                <a:spcPts val="0"/>
              </a:spcAft>
              <a:buNone/>
              <a:defRPr/>
            </a:lvl5pPr>
            <a:lvl6pPr>
              <a:spcBef>
                <a:spcPts val="3200"/>
              </a:spcBef>
              <a:spcAft>
                <a:spcPts val="0"/>
              </a:spcAft>
              <a:buNone/>
              <a:defRPr/>
            </a:lvl6pPr>
            <a:lvl7pPr>
              <a:spcBef>
                <a:spcPts val="3200"/>
              </a:spcBef>
              <a:spcAft>
                <a:spcPts val="0"/>
              </a:spcAft>
              <a:buNone/>
              <a:defRPr/>
            </a:lvl7pPr>
            <a:lvl8pPr>
              <a:spcBef>
                <a:spcPts val="3200"/>
              </a:spcBef>
              <a:spcAft>
                <a:spcPts val="0"/>
              </a:spcAft>
              <a:buNone/>
              <a:defRPr/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42" name="Google Shape;642;p38">
            <a:extLst xmlns:a="http://schemas.openxmlformats.org/drawingml/2006/main">
              <a:ext uri="{FF2B5EF4-FFF2-40B4-BE49-F238E27FC236}">
                <a16:creationId xmlns:a16="http://schemas.microsoft.com/office/drawing/2014/main" id="{D6E6FBC9-FD18-47AD-92AA-60798B39E93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24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54" name="Google Shape;654;p38">
            <a:extLst xmlns:a="http://schemas.openxmlformats.org/drawingml/2006/main">
              <a:ext uri="{FF2B5EF4-FFF2-40B4-BE49-F238E27FC236}">
                <a16:creationId xmlns:a16="http://schemas.microsoft.com/office/drawing/2014/main" id="{A2A23E64-F390-45E9-B595-2CF711E27014}"/>
              </a:ext>
            </a:extLst>
          </p:cNvPr>
          <p:cNvSpPr/>
          <p:nvPr>
            <p:ph type="subTitle" idx="3"/>
          </p:nvPr>
        </p:nvSpPr>
        <p:spPr>
          <a:xfrm xmlns:a="http://schemas.openxmlformats.org/drawingml/2006/main">
            <a:off x="1432406" y="6921601"/>
            <a:ext cx="3292800" cy="7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1600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spcBef>
                <a:spcPts val="3200"/>
              </a:spcBef>
              <a:spcAft>
                <a:spcPts val="0"/>
              </a:spcAft>
              <a:buNone/>
              <a:defRPr/>
            </a:lvl2pPr>
            <a:lvl3pPr>
              <a:spcBef>
                <a:spcPts val="3200"/>
              </a:spcBef>
              <a:spcAft>
                <a:spcPts val="0"/>
              </a:spcAft>
              <a:buNone/>
              <a:defRPr/>
            </a:lvl3pPr>
            <a:lvl4pPr>
              <a:spcBef>
                <a:spcPts val="3200"/>
              </a:spcBef>
              <a:spcAft>
                <a:spcPts val="0"/>
              </a:spcAft>
              <a:buNone/>
              <a:defRPr/>
            </a:lvl4pPr>
            <a:lvl5pPr>
              <a:spcBef>
                <a:spcPts val="3200"/>
              </a:spcBef>
              <a:spcAft>
                <a:spcPts val="0"/>
              </a:spcAft>
              <a:buNone/>
              <a:defRPr/>
            </a:lvl5pPr>
            <a:lvl6pPr>
              <a:spcBef>
                <a:spcPts val="3200"/>
              </a:spcBef>
              <a:spcAft>
                <a:spcPts val="0"/>
              </a:spcAft>
              <a:buNone/>
              <a:defRPr/>
            </a:lvl6pPr>
            <a:lvl7pPr>
              <a:spcBef>
                <a:spcPts val="3200"/>
              </a:spcBef>
              <a:spcAft>
                <a:spcPts val="0"/>
              </a:spcAft>
              <a:buNone/>
              <a:defRPr/>
            </a:lvl7pPr>
            <a:lvl8pPr>
              <a:spcBef>
                <a:spcPts val="3200"/>
              </a:spcBef>
              <a:spcAft>
                <a:spcPts val="0"/>
              </a:spcAft>
              <a:buNone/>
              <a:defRPr/>
            </a:lvl8pPr>
            <a:lvl9pPr>
              <a:spcBef>
                <a:spcPts val="3200"/>
              </a:spcBef>
              <a:spcAft>
                <a:spcPts val="320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CUSTOM_3_1_1_2_2_1_1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34C1B3D9-AA51-4426-9F5D-05174407C12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6269100" y="2949150"/>
            <a:ext cx="10003800" cy="149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216000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DA7F75FF-6DC1-45A6-B547-C777C691EEC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268650" y="980400"/>
            <a:ext cx="10003800" cy="198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72000" rIns="91425" bIns="0" anchor="b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E64A5845-5A13-451B-8066-F04E321687CE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6268650" y="5436000"/>
            <a:ext cx="5706000" cy="272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80000" rIns="36000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97E966B7-ED09-48F0-9E34-ECBC08AA99B4}"/>
              </a:ext>
            </a:extLst>
          </p:cNvPr>
          <p:cNvSpPr/>
          <p:nvPr>
            <p:ph type="subTitle" idx="3"/>
          </p:nvPr>
        </p:nvSpPr>
        <p:spPr>
          <a:xfrm xmlns:a="http://schemas.openxmlformats.org/drawingml/2006/main">
            <a:off x="6963825" y="8404925"/>
            <a:ext cx="4434600" cy="49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9" name="Google Shape;149;p9">
            <a:extLst xmlns:a="http://schemas.openxmlformats.org/drawingml/2006/main">
              <a:ext uri="{FF2B5EF4-FFF2-40B4-BE49-F238E27FC236}">
                <a16:creationId xmlns:a16="http://schemas.microsoft.com/office/drawing/2014/main" id="{DAF23EF4-3833-4741-B72A-78C43AA6643D}"/>
              </a:ext>
            </a:extLst>
          </p:cNvPr>
          <p:cNvSpPr/>
          <p:nvPr>
            <p:ph type="subTitle" idx="4"/>
          </p:nvPr>
        </p:nvSpPr>
        <p:spPr>
          <a:xfrm xmlns:a="http://schemas.openxmlformats.org/drawingml/2006/main">
            <a:off x="6963825" y="9144513"/>
            <a:ext cx="4434600" cy="49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86B3E27A-5D2C-42BC-B944-1B3C48723EE0}"/>
              </a:ext>
            </a:extLst>
          </p:cNvPr>
          <p:cNvSpPr/>
          <p:nvPr>
            <p:ph type="subTitle" idx="5"/>
          </p:nvPr>
        </p:nvSpPr>
        <p:spPr>
          <a:xfrm xmlns:a="http://schemas.openxmlformats.org/drawingml/2006/main">
            <a:off x="12695913" y="9144513"/>
            <a:ext cx="4434600" cy="49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9F3C4999-57BE-4218-8823-03B2178043E8}"/>
              </a:ext>
            </a:extLst>
          </p:cNvPr>
          <p:cNvSpPr/>
          <p:nvPr>
            <p:ph type="subTitle" idx="6"/>
          </p:nvPr>
        </p:nvSpPr>
        <p:spPr>
          <a:xfrm xmlns:a="http://schemas.openxmlformats.org/drawingml/2006/main">
            <a:off x="12695925" y="8416975"/>
            <a:ext cx="4434600" cy="48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EBECE5F1-4FCC-4DAF-9461-018237795DE0}"/>
              </a:ext>
            </a:extLst>
          </p:cNvPr>
          <p:cNvSpPr/>
          <p:nvPr>
            <p:ph type="subTitle" idx="7"/>
          </p:nvPr>
        </p:nvSpPr>
        <p:spPr>
          <a:xfrm xmlns:a="http://schemas.openxmlformats.org/drawingml/2006/main">
            <a:off x="11985450" y="5436000"/>
            <a:ext cx="5750700" cy="272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CUSTOM_3_1_1_2_1_3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6" name="Google Shape;256;p14">
            <a:extLst xmlns:a="http://schemas.openxmlformats.org/drawingml/2006/main">
              <a:ext uri="{FF2B5EF4-FFF2-40B4-BE49-F238E27FC236}">
                <a16:creationId xmlns:a16="http://schemas.microsoft.com/office/drawing/2014/main" id="{1A47453E-89A8-44D0-988F-66E174D756B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40000" y="8157600"/>
            <a:ext cx="5728500" cy="148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7" name="Google Shape;257;p14">
            <a:extLst xmlns:a="http://schemas.openxmlformats.org/drawingml/2006/main">
              <a:ext uri="{FF2B5EF4-FFF2-40B4-BE49-F238E27FC236}">
                <a16:creationId xmlns:a16="http://schemas.microsoft.com/office/drawing/2014/main" id="{DBEBD7CA-7D17-4B1C-A001-1809C318B9D7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8454216" y="8908925"/>
            <a:ext cx="3547200" cy="7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44000" tIns="21600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8" name="Google Shape;258;p14">
            <a:extLst xmlns:a="http://schemas.openxmlformats.org/drawingml/2006/main">
              <a:ext uri="{FF2B5EF4-FFF2-40B4-BE49-F238E27FC236}">
                <a16:creationId xmlns:a16="http://schemas.microsoft.com/office/drawing/2014/main" id="{B0F4DEF8-288A-417B-8B28-42108BC5CBE0}"/>
              </a:ext>
            </a:extLst>
          </p:cNvPr>
          <p:cNvSpPr/>
          <p:nvPr>
            <p:ph type="subTitle" idx="3"/>
          </p:nvPr>
        </p:nvSpPr>
        <p:spPr>
          <a:xfrm xmlns:a="http://schemas.openxmlformats.org/drawingml/2006/main">
            <a:off x="12725850" y="8908925"/>
            <a:ext cx="3547200" cy="7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44000" tIns="21600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64" name="Google Shape;264;p14">
            <a:extLst xmlns:a="http://schemas.openxmlformats.org/drawingml/2006/main">
              <a:ext uri="{FF2B5EF4-FFF2-40B4-BE49-F238E27FC236}">
                <a16:creationId xmlns:a16="http://schemas.microsoft.com/office/drawing/2014/main" id="{D8572A79-4FD1-4AE6-B75F-99475D8F15A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494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CUSTOM_3_1_1_2_1_2_1_1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1" name="Google Shape;341;p19">
            <a:extLst xmlns:a="http://schemas.openxmlformats.org/drawingml/2006/main">
              <a:ext uri="{FF2B5EF4-FFF2-40B4-BE49-F238E27FC236}">
                <a16:creationId xmlns:a16="http://schemas.microsoft.com/office/drawing/2014/main" id="{FAD3F697-E57C-4642-8BC7-65ECCB9C547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42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CUSTOM_3_1_1_2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A1E480B4-E5E4-4F4B-98F1-CCCB8FD3CDA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1850" y="2217600"/>
            <a:ext cx="12862800" cy="717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08000" rIns="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1pPr>
            <a:lvl2pPr marL="914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2pPr>
            <a:lvl3pPr marL="1371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3pPr>
            <a:lvl4pPr marL="1828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4pPr>
            <a:lvl5pPr marL="22860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5pPr>
            <a:lvl6pPr marL="2743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6pPr>
            <a:lvl7pPr marL="3200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7pPr>
            <a:lvl8pPr marL="3657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8pPr>
            <a:lvl9pPr marL="4114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9pPr>
          </a:lstStyle>
          <a:p xmlns:a="http://schemas.openxmlformats.org/drawingml/2006/main"/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00E9EB14-CA13-47DC-8C7F-ECD1341707F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88100" cy="148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CUSTOM_3_1_1_2_1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3" name="Google Shape;373;p22">
            <a:extLst xmlns:a="http://schemas.openxmlformats.org/drawingml/2006/main">
              <a:ext uri="{FF2B5EF4-FFF2-40B4-BE49-F238E27FC236}">
                <a16:creationId xmlns:a16="http://schemas.microsoft.com/office/drawing/2014/main" id="{029EA94E-25B9-4A5D-A438-C186861AD89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0004400" cy="470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78" name="Google Shape;378;p22">
            <a:extLst xmlns:a="http://schemas.openxmlformats.org/drawingml/2006/main">
              <a:ext uri="{FF2B5EF4-FFF2-40B4-BE49-F238E27FC236}">
                <a16:creationId xmlns:a16="http://schemas.microsoft.com/office/drawing/2014/main" id="{016F050E-80A7-4E43-A143-11D8D78C60C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40000" y="8157600"/>
            <a:ext cx="5728500" cy="148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CUSTOM_3_1_1_2_2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420C7FAD-1722-423A-B89F-0A6B4DFA7A5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7697850" y="3691325"/>
            <a:ext cx="8575200" cy="10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791B311F-8753-4B3C-A69D-2AFAAB59DA2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702550" y="2210675"/>
            <a:ext cx="8570400" cy="148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D2B7879B-B120-4959-8852-9E257CED7BEF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8393025" y="6666034"/>
            <a:ext cx="5021700" cy="5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F1785575-7C29-4081-BD84-9A3013C42752}"/>
              </a:ext>
            </a:extLst>
          </p:cNvPr>
          <p:cNvSpPr/>
          <p:nvPr>
            <p:ph type="subTitle" idx="3"/>
          </p:nvPr>
        </p:nvSpPr>
        <p:spPr>
          <a:xfrm xmlns:a="http://schemas.openxmlformats.org/drawingml/2006/main">
            <a:off x="8393025" y="5932609"/>
            <a:ext cx="5021700" cy="4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CB8ACDC2-0B98-40DE-BFBA-9842E9F72355}"/>
              </a:ext>
            </a:extLst>
          </p:cNvPr>
          <p:cNvSpPr/>
          <p:nvPr>
            <p:ph type="subTitle" idx="4"/>
          </p:nvPr>
        </p:nvSpPr>
        <p:spPr>
          <a:xfrm xmlns:a="http://schemas.openxmlformats.org/drawingml/2006/main">
            <a:off x="8393025" y="7408997"/>
            <a:ext cx="5021700" cy="5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EDA36EFA-4BE0-4D0D-81FB-3D53460E9B2B}"/>
              </a:ext>
            </a:extLst>
          </p:cNvPr>
          <p:cNvSpPr/>
          <p:nvPr>
            <p:ph type="subTitle" idx="5"/>
          </p:nvPr>
        </p:nvSpPr>
        <p:spPr>
          <a:xfrm xmlns:a="http://schemas.openxmlformats.org/drawingml/2006/main">
            <a:off x="8393025" y="8156697"/>
            <a:ext cx="5021700" cy="5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0" bIns="0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CUSTOM_3_1_1_2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0" name="Google Shape;240;p13">
            <a:extLst xmlns:a="http://schemas.openxmlformats.org/drawingml/2006/main">
              <a:ext uri="{FF2B5EF4-FFF2-40B4-BE49-F238E27FC236}">
                <a16:creationId xmlns:a16="http://schemas.microsoft.com/office/drawing/2014/main" id="{869635A8-A6A8-4588-A68F-77516D638C2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470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1" name="Google Shape;251;p13">
            <a:extLst xmlns:a="http://schemas.openxmlformats.org/drawingml/2006/main">
              <a:ext uri="{FF2B5EF4-FFF2-40B4-BE49-F238E27FC236}">
                <a16:creationId xmlns:a16="http://schemas.microsoft.com/office/drawing/2014/main" id="{E90C2EC0-6C3C-44D0-BAEE-90B89D4FBA2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40000" y="8157600"/>
            <a:ext cx="5728500" cy="148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>
  <p:cSld name="CUSTOM_3_1_1_2_1_2_1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0" name="Google Shape;330;p18">
            <a:extLst xmlns:a="http://schemas.openxmlformats.org/drawingml/2006/main">
              <a:ext uri="{FF2B5EF4-FFF2-40B4-BE49-F238E27FC236}">
                <a16:creationId xmlns:a16="http://schemas.microsoft.com/office/drawing/2014/main" id="{F8E7189F-7C02-481C-AC3D-EDED7D6D4AA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42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CUSTOM_3_1_1_2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2.xml><?xml version="1.0" encoding="utf-8"?>
<p:sldLayout xmlns:p="http://schemas.openxmlformats.org/presentationml/2006/main">
  <p:cSld name="CUSTOM_3_1_1_2_1_2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" name="Google Shape;313;p17">
            <a:extLst xmlns:a="http://schemas.openxmlformats.org/drawingml/2006/main">
              <a:ext uri="{FF2B5EF4-FFF2-40B4-BE49-F238E27FC236}">
                <a16:creationId xmlns:a16="http://schemas.microsoft.com/office/drawing/2014/main" id="{F63C4F14-6DD9-4710-A0C5-622AC109DB8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7704075" y="5436000"/>
            <a:ext cx="5710500" cy="272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576000" rIns="91425" bIns="0" anchor="t">
            <a:noAutofit/>
          </a:bodyPr>
          <a:lstStyle xmlns:a="http://schemas.openxmlformats.org/drawingml/2006/main">
            <a:lvl1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latin typeface="Proxima Nova Semibold"/>
                <a:ea typeface="Proxima Nova Semibold"/>
                <a:cs typeface="Proxima Nova Semibold"/>
              </a:defRPr>
            </a:lvl1pPr>
            <a:lvl2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319" name="Google Shape;319;p17">
            <a:extLst xmlns:a="http://schemas.openxmlformats.org/drawingml/2006/main">
              <a:ext uri="{FF2B5EF4-FFF2-40B4-BE49-F238E27FC236}">
                <a16:creationId xmlns:a16="http://schemas.microsoft.com/office/drawing/2014/main" id="{2664C964-D592-4DD3-B828-B99F4C334B4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42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>
  <p:cSld name="CUSTOM_3_1_1_2_1_2_1_1_1_1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Google Shape;363;p21">
            <a:extLst xmlns:a="http://schemas.openxmlformats.org/drawingml/2006/main">
              <a:ext uri="{FF2B5EF4-FFF2-40B4-BE49-F238E27FC236}">
                <a16:creationId xmlns:a16="http://schemas.microsoft.com/office/drawing/2014/main" id="{7FFE3C49-D4F7-429D-BC3B-1B84927E736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42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>
  <p:cSld name="CUSTOM_3_1_1_3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5.xml><?xml version="1.0" encoding="utf-8"?>
<p:sldLayout xmlns:p="http://schemas.openxmlformats.org/presentationml/2006/main">
  <p:cSld name="CUSTOM_3_1_1_2_2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54AA8894-81D5-4C12-9ADD-EFE92A6DCFA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445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91425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>
                <a:solidFill>
                  <a:srgbClr val="4BD0A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23540CBB-EDCF-44B2-924B-B80BC77D8FD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540000" y="8157600"/>
            <a:ext cx="5728500" cy="148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>
  <p:cSld name="CUSTOM_3_1_1_2_2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Google Shape;227;p12">
            <a:extLst xmlns:a="http://schemas.openxmlformats.org/drawingml/2006/main">
              <a:ext uri="{FF2B5EF4-FFF2-40B4-BE49-F238E27FC236}">
                <a16:creationId xmlns:a16="http://schemas.microsoft.com/office/drawing/2014/main" id="{26D13F3A-9C70-4D48-B719-EBAB74BC23E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4856925" y="2217600"/>
            <a:ext cx="8574000" cy="29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None/>
              <a:defRPr sz="23000" b="1">
                <a:solidFill>
                  <a:srgbClr val="4BD0A0"/>
                </a:solidFill>
              </a:defRPr>
            </a:lvl1pPr>
            <a:lvl2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230" name="Google Shape;230;p12">
            <a:extLst xmlns:a="http://schemas.openxmlformats.org/drawingml/2006/main">
              <a:ext uri="{FF2B5EF4-FFF2-40B4-BE49-F238E27FC236}">
                <a16:creationId xmlns:a16="http://schemas.microsoft.com/office/drawing/2014/main" id="{ABD0E8EE-F428-4CDA-9014-C11B27206C2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856925" y="5435575"/>
            <a:ext cx="8574000" cy="2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91425" bIns="91425" anchor="t">
            <a:noAutofit/>
          </a:bodyPr>
          <a:lstStyle xmlns:a="http://schemas.openxmlformats.org/drawingml/2006/main"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31" name="Google Shape;231;p12">
            <a:extLst xmlns:a="http://schemas.openxmlformats.org/drawingml/2006/main">
              <a:ext uri="{FF2B5EF4-FFF2-40B4-BE49-F238E27FC236}">
                <a16:creationId xmlns:a16="http://schemas.microsoft.com/office/drawing/2014/main" id="{12F64847-932B-4261-B90A-C8A82704AB1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551850" y="9396000"/>
            <a:ext cx="7146000" cy="24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1pPr>
            <a:lvl2pPr marL="9144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2pPr>
            <a:lvl3pPr marL="13716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3pPr>
            <a:lvl4pPr marL="18288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4pPr>
            <a:lvl5pPr marL="22860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5pPr>
            <a:lvl6pPr marL="27432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6pPr>
            <a:lvl7pPr marL="32004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7pPr>
            <a:lvl8pPr marL="36576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8pPr>
            <a:lvl9pPr marL="41148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>
  <p:cSld name="CUSTOM_3_1_1_2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ED6EDD2A-DF7D-4098-AD5F-068587EA995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7706725" y="6667200"/>
            <a:ext cx="7137000" cy="22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98000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C015963F-01BF-42DC-82D9-CFDBDFEE8C4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706725" y="3452400"/>
            <a:ext cx="8574900" cy="29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126000" rIns="91425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>
  <p:cSld name="CUSTOM_3_1_1_2_1_2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8" name="Google Shape;308;p16">
            <a:extLst xmlns:a="http://schemas.openxmlformats.org/drawingml/2006/main">
              <a:ext uri="{FF2B5EF4-FFF2-40B4-BE49-F238E27FC236}">
                <a16:creationId xmlns:a16="http://schemas.microsoft.com/office/drawing/2014/main" id="{961562C0-BBF0-4219-85F2-78316CCB527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9144000" y="7644600"/>
            <a:ext cx="2841600" cy="149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0" anchor="t">
            <a:noAutofit/>
          </a:bodyPr>
          <a:lstStyle xmlns:a="http://schemas.openxmlformats.org/drawingml/2006/main">
            <a:lvl1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algn="ctr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309" name="Google Shape;309;p16">
            <a:extLst xmlns:a="http://schemas.openxmlformats.org/drawingml/2006/main">
              <a:ext uri="{FF2B5EF4-FFF2-40B4-BE49-F238E27FC236}">
                <a16:creationId xmlns:a16="http://schemas.microsoft.com/office/drawing/2014/main" id="{75B5B1CB-C21D-48D7-AF19-1E20DCF9322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470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>
  <p:cSld name="CUSTOM_3_1_1_2_2_1_1_1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Google Shape;210;p11">
            <a:extLst xmlns:a="http://schemas.openxmlformats.org/drawingml/2006/main">
              <a:ext uri="{FF2B5EF4-FFF2-40B4-BE49-F238E27FC236}">
                <a16:creationId xmlns:a16="http://schemas.microsoft.com/office/drawing/2014/main" id="{0042FC6B-527A-4F0D-8328-900D84A0BF6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1850" y="5921400"/>
            <a:ext cx="5716800" cy="29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44000" rIns="18000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1pPr>
            <a:lvl2pPr marL="914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2pPr>
            <a:lvl3pPr marL="1371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3pPr>
            <a:lvl4pPr marL="1828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4pPr>
            <a:lvl5pPr marL="22860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5pPr>
            <a:lvl6pPr marL="2743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6pPr>
            <a:lvl7pPr marL="3200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7pPr>
            <a:lvl8pPr marL="3657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8pPr>
            <a:lvl9pPr marL="4114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9pPr>
          </a:lstStyle>
          <a:p xmlns:a="http://schemas.openxmlformats.org/drawingml/2006/main"/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F734F44F-6BD2-45FA-BD0B-1D5B6EE3CD6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148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0" name="Google Shape;220;p11">
            <a:extLst xmlns:a="http://schemas.openxmlformats.org/drawingml/2006/main">
              <a:ext uri="{FF2B5EF4-FFF2-40B4-BE49-F238E27FC236}">
                <a16:creationId xmlns:a16="http://schemas.microsoft.com/office/drawing/2014/main" id="{68FFA5E7-020D-4B35-8C61-960FFD4A9DBE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268650" y="5921400"/>
            <a:ext cx="5716800" cy="29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44000" rIns="18000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1pPr>
            <a:lvl2pPr marL="914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2pPr>
            <a:lvl3pPr marL="1371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3pPr>
            <a:lvl4pPr marL="1828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4pPr>
            <a:lvl5pPr marL="22860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5pPr>
            <a:lvl6pPr marL="2743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6pPr>
            <a:lvl7pPr marL="3200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7pPr>
            <a:lvl8pPr marL="3657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8pPr>
            <a:lvl9pPr marL="4114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9pPr>
          </a:lstStyle>
          <a:p xmlns:a="http://schemas.openxmlformats.org/drawingml/2006/main"/>
        </p:txBody>
      </p:sp>
      <p:sp>
        <p:nvSpPr>
          <p:cNvPr id="221" name="Google Shape;221;p11">
            <a:extLst xmlns:a="http://schemas.openxmlformats.org/drawingml/2006/main">
              <a:ext uri="{FF2B5EF4-FFF2-40B4-BE49-F238E27FC236}">
                <a16:creationId xmlns:a16="http://schemas.microsoft.com/office/drawing/2014/main" id="{BEAB1D41-091F-4EE4-8D56-6636E84D0B22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11985450" y="5921400"/>
            <a:ext cx="5750700" cy="29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44000" rIns="18000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1pPr>
            <a:lvl2pPr marL="914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2pPr>
            <a:lvl3pPr marL="1371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3pPr>
            <a:lvl4pPr marL="1828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4pPr>
            <a:lvl5pPr marL="22860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5pPr>
            <a:lvl6pPr marL="2743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6pPr>
            <a:lvl7pPr marL="3200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7pPr>
            <a:lvl8pPr marL="3657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8pPr>
            <a:lvl9pPr marL="4114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9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>
  <p:cSld name="CUSTOM_3_1_1_2_1_2_1_1_1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Google Shape;352;p20">
            <a:extLst xmlns:a="http://schemas.openxmlformats.org/drawingml/2006/main">
              <a:ext uri="{FF2B5EF4-FFF2-40B4-BE49-F238E27FC236}">
                <a16:creationId xmlns:a16="http://schemas.microsoft.com/office/drawing/2014/main" id="{EC61027D-4468-460E-916D-052CC6BA4F7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42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>
  <p:cSld name="CUSTOM_3_1_1_2_2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3A2F33D3-308E-4C39-8187-116542E4DD3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88100" cy="14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 xmlns:a="http://schemas.openxmlformats.org/drawingml/2006/main"/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6C6FC407-1CF2-4FF0-BF93-FB214311440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51850" y="9396000"/>
            <a:ext cx="7146000" cy="24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1pPr>
            <a:lvl2pPr marL="9144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2pPr>
            <a:lvl3pPr marL="13716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3pPr>
            <a:lvl4pPr marL="18288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4pPr>
            <a:lvl5pPr marL="22860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5pPr>
            <a:lvl6pPr marL="27432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6pPr>
            <a:lvl7pPr marL="32004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>
                <a:solidFill>
                  <a:srgbClr val="999999"/>
                </a:solidFill>
              </a:defRPr>
            </a:lvl7pPr>
            <a:lvl8pPr marL="36576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400">
                <a:solidFill>
                  <a:srgbClr val="999999"/>
                </a:solidFill>
              </a:defRPr>
            </a:lvl8pPr>
            <a:lvl9pPr marL="41148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400">
                <a:solidFill>
                  <a:srgbClr val="99999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8EFE23B1-3B51-4289-99B4-AA91994EA870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551850" y="2217600"/>
            <a:ext cx="7146000" cy="717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08000" rIns="0" bIns="0" anchor="t">
            <a:noAutofit/>
          </a:bodyPr>
          <a:lstStyle xmlns:a="http://schemas.openxmlformats.org/drawingml/2006/main">
            <a:lvl1pPr marL="457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1pPr>
            <a:lvl2pPr marL="914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2pPr>
            <a:lvl3pPr marL="1371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3pPr>
            <a:lvl4pPr marL="1828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4pPr>
            <a:lvl5pPr marL="22860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5pPr>
            <a:lvl6pPr marL="27432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6pPr>
            <a:lvl7pPr marL="32004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3000"/>
            </a:lvl7pPr>
            <a:lvl8pPr marL="36576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3000"/>
            </a:lvl8pPr>
            <a:lvl9pPr marL="4114800" indent="-419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3000"/>
            </a:lvl9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>
  <p:cSld name="CUSTOM_3_1_1_2_2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Google Shape;173;p10">
            <a:extLst xmlns:a="http://schemas.openxmlformats.org/drawingml/2006/main">
              <a:ext uri="{FF2B5EF4-FFF2-40B4-BE49-F238E27FC236}">
                <a16:creationId xmlns:a16="http://schemas.microsoft.com/office/drawing/2014/main" id="{25111AE1-0448-4510-B7AB-C53EB64DBD1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41200" y="3452400"/>
            <a:ext cx="4315800" cy="222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1pPr>
            <a:lvl2pPr marL="914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2pPr>
            <a:lvl3pPr marL="1371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3pPr>
            <a:lvl4pPr marL="1828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4pPr>
            <a:lvl5pPr marL="22860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5pPr>
            <a:lvl6pPr marL="2743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6pPr>
            <a:lvl7pPr marL="3200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7pPr>
            <a:lvl8pPr marL="3657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8pPr>
            <a:lvl9pPr marL="4114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9pPr>
          </a:lstStyle>
          <a:p xmlns:a="http://schemas.openxmlformats.org/drawingml/2006/main"/>
        </p:txBody>
      </p:sp>
      <p:sp>
        <p:nvSpPr>
          <p:cNvPr id="180" name="Google Shape;180;p10">
            <a:extLst xmlns:a="http://schemas.openxmlformats.org/drawingml/2006/main">
              <a:ext uri="{FF2B5EF4-FFF2-40B4-BE49-F238E27FC236}">
                <a16:creationId xmlns:a16="http://schemas.microsoft.com/office/drawing/2014/main" id="{6C37F2DD-E619-46E7-B3C7-03739C5BE8DE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551850" y="6912000"/>
            <a:ext cx="4315800" cy="27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1pPr>
            <a:lvl2pPr marL="914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2pPr>
            <a:lvl3pPr marL="1371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3pPr>
            <a:lvl4pPr marL="1828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4pPr>
            <a:lvl5pPr marL="22860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5pPr>
            <a:lvl6pPr marL="2743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6pPr>
            <a:lvl7pPr marL="3200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7pPr>
            <a:lvl8pPr marL="3657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8pPr>
            <a:lvl9pPr marL="4114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9pPr>
          </a:lstStyle>
          <a:p xmlns:a="http://schemas.openxmlformats.org/drawingml/2006/main"/>
        </p:txBody>
      </p:sp>
      <p:sp>
        <p:nvSpPr>
          <p:cNvPr id="181" name="Google Shape;181;p10">
            <a:extLst xmlns:a="http://schemas.openxmlformats.org/drawingml/2006/main">
              <a:ext uri="{FF2B5EF4-FFF2-40B4-BE49-F238E27FC236}">
                <a16:creationId xmlns:a16="http://schemas.microsoft.com/office/drawing/2014/main" id="{424A8737-BC89-468A-9B9D-36F869763A1F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68650" y="3452400"/>
            <a:ext cx="4545600" cy="222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1pPr>
            <a:lvl2pPr marL="914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2pPr>
            <a:lvl3pPr marL="1371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3pPr>
            <a:lvl4pPr marL="1828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4pPr>
            <a:lvl5pPr marL="22860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5pPr>
            <a:lvl6pPr marL="2743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6pPr>
            <a:lvl7pPr marL="3200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7pPr>
            <a:lvl8pPr marL="3657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8pPr>
            <a:lvl9pPr marL="4114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9pPr>
          </a:lstStyle>
          <a:p xmlns:a="http://schemas.openxmlformats.org/drawingml/2006/main"/>
        </p:txBody>
      </p:sp>
      <p:sp>
        <p:nvSpPr>
          <p:cNvPr id="182" name="Google Shape;182;p10">
            <a:extLst xmlns:a="http://schemas.openxmlformats.org/drawingml/2006/main">
              <a:ext uri="{FF2B5EF4-FFF2-40B4-BE49-F238E27FC236}">
                <a16:creationId xmlns:a16="http://schemas.microsoft.com/office/drawing/2014/main" id="{9EB90F5D-CD91-4290-A637-9C0E994F78C1}"/>
              </a:ext>
            </a:extLst>
          </p:cNvPr>
          <p:cNvSpPr/>
          <p:nvPr>
            <p:ph type="body" idx="4"/>
          </p:nvPr>
        </p:nvSpPr>
        <p:spPr>
          <a:xfrm xmlns:a="http://schemas.openxmlformats.org/drawingml/2006/main">
            <a:off x="6268625" y="6912000"/>
            <a:ext cx="4287600" cy="27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1pPr>
            <a:lvl2pPr marL="914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2pPr>
            <a:lvl3pPr marL="1371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3pPr>
            <a:lvl4pPr marL="1828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4pPr>
            <a:lvl5pPr marL="22860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5pPr>
            <a:lvl6pPr marL="2743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6pPr>
            <a:lvl7pPr marL="3200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7pPr>
            <a:lvl8pPr marL="3657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8pPr>
            <a:lvl9pPr marL="4114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9pPr>
          </a:lstStyle>
          <a:p xmlns:a="http://schemas.openxmlformats.org/drawingml/2006/main"/>
        </p:txBody>
      </p:sp>
      <p:sp>
        <p:nvSpPr>
          <p:cNvPr id="183" name="Google Shape;183;p10">
            <a:extLst xmlns:a="http://schemas.openxmlformats.org/drawingml/2006/main">
              <a:ext uri="{FF2B5EF4-FFF2-40B4-BE49-F238E27FC236}">
                <a16:creationId xmlns:a16="http://schemas.microsoft.com/office/drawing/2014/main" id="{3ECC886F-7C81-4AE3-9119-61B54C480C7E}"/>
              </a:ext>
            </a:extLst>
          </p:cNvPr>
          <p:cNvSpPr/>
          <p:nvPr>
            <p:ph type="body" idx="5"/>
          </p:nvPr>
        </p:nvSpPr>
        <p:spPr>
          <a:xfrm xmlns:a="http://schemas.openxmlformats.org/drawingml/2006/main">
            <a:off x="11978000" y="3440550"/>
            <a:ext cx="4315800" cy="222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1pPr>
            <a:lvl2pPr marL="914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2pPr>
            <a:lvl3pPr marL="1371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3pPr>
            <a:lvl4pPr marL="1828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4pPr>
            <a:lvl5pPr marL="22860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5pPr>
            <a:lvl6pPr marL="2743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6pPr>
            <a:lvl7pPr marL="3200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7pPr>
            <a:lvl8pPr marL="3657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8pPr>
            <a:lvl9pPr marL="4114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9pPr>
          </a:lstStyle>
          <a:p xmlns:a="http://schemas.openxmlformats.org/drawingml/2006/main"/>
        </p:txBody>
      </p:sp>
      <p:sp>
        <p:nvSpPr>
          <p:cNvPr id="184" name="Google Shape;184;p10">
            <a:extLst xmlns:a="http://schemas.openxmlformats.org/drawingml/2006/main">
              <a:ext uri="{FF2B5EF4-FFF2-40B4-BE49-F238E27FC236}">
                <a16:creationId xmlns:a16="http://schemas.microsoft.com/office/drawing/2014/main" id="{5A507D95-2CB6-4F79-AA16-90155ECC0C39}"/>
              </a:ext>
            </a:extLst>
          </p:cNvPr>
          <p:cNvSpPr/>
          <p:nvPr>
            <p:ph type="body" idx="6"/>
          </p:nvPr>
        </p:nvSpPr>
        <p:spPr>
          <a:xfrm xmlns:a="http://schemas.openxmlformats.org/drawingml/2006/main">
            <a:off x="11978000" y="6912000"/>
            <a:ext cx="4315800" cy="27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0" tIns="180000" rIns="0" bIns="0" anchor="t">
            <a:noAutofit/>
          </a:bodyPr>
          <a:lstStyle xmlns:a="http://schemas.openxmlformats.org/drawingml/2006/main">
            <a:lvl1pPr marL="457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1pPr>
            <a:lvl2pPr marL="914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2pPr>
            <a:lvl3pPr marL="1371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3pPr>
            <a:lvl4pPr marL="1828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4pPr>
            <a:lvl5pPr marL="22860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5pPr>
            <a:lvl6pPr marL="27432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6pPr>
            <a:lvl7pPr marL="32004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2400"/>
            </a:lvl7pPr>
            <a:lvl8pPr marL="36576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2400"/>
            </a:lvl8pPr>
            <a:lvl9pPr marL="411480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2400"/>
            </a:lvl9pPr>
          </a:lstStyle>
          <a:p xmlns:a="http://schemas.openxmlformats.org/drawingml/2006/main"/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26CB02B2-8580-460E-AD3F-695CEAADFDC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4292000" cy="148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>
  <p:cSld name="CUSTOM_3_1_1_2_1_3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Google Shape;280;p15">
            <a:extLst xmlns:a="http://schemas.openxmlformats.org/drawingml/2006/main">
              <a:ext uri="{FF2B5EF4-FFF2-40B4-BE49-F238E27FC236}">
                <a16:creationId xmlns:a16="http://schemas.microsoft.com/office/drawing/2014/main" id="{67FC94B4-35CA-47E1-B3E7-D675087D402E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299900" y="5928725"/>
            <a:ext cx="3557100" cy="7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80000" tIns="21600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86" name="Google Shape;286;p15">
            <a:extLst xmlns:a="http://schemas.openxmlformats.org/drawingml/2006/main">
              <a:ext uri="{FF2B5EF4-FFF2-40B4-BE49-F238E27FC236}">
                <a16:creationId xmlns:a16="http://schemas.microsoft.com/office/drawing/2014/main" id="{32B8EE3B-5273-4071-BEDE-0D0670FD53A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51850" y="489600"/>
            <a:ext cx="12862800" cy="494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3600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6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98" name="Google Shape;298;p15">
            <a:extLst xmlns:a="http://schemas.openxmlformats.org/drawingml/2006/main">
              <a:ext uri="{FF2B5EF4-FFF2-40B4-BE49-F238E27FC236}">
                <a16:creationId xmlns:a16="http://schemas.microsoft.com/office/drawing/2014/main" id="{F960B9E2-44BE-4379-8921-76AB3D85D5B8}"/>
              </a:ext>
            </a:extLst>
          </p:cNvPr>
          <p:cNvSpPr/>
          <p:nvPr>
            <p:ph type="subTitle" idx="2"/>
          </p:nvPr>
        </p:nvSpPr>
        <p:spPr>
          <a:xfrm xmlns:a="http://schemas.openxmlformats.org/drawingml/2006/main">
            <a:off x="1299750" y="6919200"/>
            <a:ext cx="3557100" cy="7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80000" tIns="21600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99" name="Google Shape;299;p15">
            <a:extLst xmlns:a="http://schemas.openxmlformats.org/drawingml/2006/main">
              <a:ext uri="{FF2B5EF4-FFF2-40B4-BE49-F238E27FC236}">
                <a16:creationId xmlns:a16="http://schemas.microsoft.com/office/drawing/2014/main" id="{0D03404B-B503-431D-920F-92118EFAA73C}"/>
              </a:ext>
            </a:extLst>
          </p:cNvPr>
          <p:cNvSpPr/>
          <p:nvPr>
            <p:ph type="subTitle" idx="3"/>
          </p:nvPr>
        </p:nvSpPr>
        <p:spPr>
          <a:xfrm xmlns:a="http://schemas.openxmlformats.org/drawingml/2006/main">
            <a:off x="540000" y="8157600"/>
            <a:ext cx="5728500" cy="148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4.xml><?xml version="1.0" encoding="utf-8"?>
<p:sldLayout xmlns:p="http://schemas.openxmlformats.org/presentationml/2006/main">
  <p:cSld name="CUSTOM_3_1_1_2_1_1_1">
    <p:bg>
      <p:bgPr>
        <a:solidFill xmlns:a="http://schemas.openxmlformats.org/drawingml/2006/main">
          <a:srgbClr val="4BD0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f731d44094059" /><Relationship Type="http://schemas.openxmlformats.org/officeDocument/2006/relationships/theme" Target="/ppt/theme/theme1.xml" Id="R57190b86020f4009" /><Relationship Type="http://schemas.openxmlformats.org/officeDocument/2006/relationships/slideLayout" Target="/ppt/slideLayouts/slideLayout2.xml" Id="R682b376d5a064147" /><Relationship Type="http://schemas.openxmlformats.org/officeDocument/2006/relationships/slideLayout" Target="/ppt/slideLayouts/slideLayout3.xml" Id="R3b55db3e57a84aa5" /><Relationship Type="http://schemas.openxmlformats.org/officeDocument/2006/relationships/slideLayout" Target="/ppt/slideLayouts/slideLayout4.xml" Id="R4b9de19203ce40cc" /><Relationship Type="http://schemas.openxmlformats.org/officeDocument/2006/relationships/slideLayout" Target="/ppt/slideLayouts/slideLayout5.xml" Id="Rf94aefd8de104d2a" /><Relationship Type="http://schemas.openxmlformats.org/officeDocument/2006/relationships/slideLayout" Target="/ppt/slideLayouts/slideLayout6.xml" Id="Rcb345803fe484603" /><Relationship Type="http://schemas.openxmlformats.org/officeDocument/2006/relationships/slideLayout" Target="/ppt/slideLayouts/slideLayout7.xml" Id="Re901f18dfe8942c6" /><Relationship Type="http://schemas.openxmlformats.org/officeDocument/2006/relationships/slideLayout" Target="/ppt/slideLayouts/slideLayout8.xml" Id="R9b32685dae6f4bad" /><Relationship Type="http://schemas.openxmlformats.org/officeDocument/2006/relationships/slideLayout" Target="/ppt/slideLayouts/slideLayout9.xml" Id="Rc5504cc88e2c4266" /><Relationship Type="http://schemas.openxmlformats.org/officeDocument/2006/relationships/slideLayout" Target="/ppt/slideLayouts/slideLayout10.xml" Id="R40db42aef2364fbd" /><Relationship Type="http://schemas.openxmlformats.org/officeDocument/2006/relationships/slideLayout" Target="/ppt/slideLayouts/slideLayout11.xml" Id="R9ceeb6d1677844aa" /><Relationship Type="http://schemas.openxmlformats.org/officeDocument/2006/relationships/slideLayout" Target="/ppt/slideLayouts/slideLayout12.xml" Id="R7e346a016a8045c6" /><Relationship Type="http://schemas.openxmlformats.org/officeDocument/2006/relationships/slideLayout" Target="/ppt/slideLayouts/slideLayout13.xml" Id="R04570bedfb01493f" /><Relationship Type="http://schemas.openxmlformats.org/officeDocument/2006/relationships/slideLayout" Target="/ppt/slideLayouts/slideLayout14.xml" Id="R8b8ef4bd95ea497e" /><Relationship Type="http://schemas.openxmlformats.org/officeDocument/2006/relationships/slideLayout" Target="/ppt/slideLayouts/slideLayout15.xml" Id="R5f6262972bca4cdb" /><Relationship Type="http://schemas.openxmlformats.org/officeDocument/2006/relationships/slideLayout" Target="/ppt/slideLayouts/slideLayout16.xml" Id="R92bdc0671c1b4462" /><Relationship Type="http://schemas.openxmlformats.org/officeDocument/2006/relationships/slideLayout" Target="/ppt/slideLayouts/slideLayout17.xml" Id="Ree6d0cf6a818431e" /><Relationship Type="http://schemas.openxmlformats.org/officeDocument/2006/relationships/slideLayout" Target="/ppt/slideLayouts/slideLayout18.xml" Id="R9b2dc4a67a714043" /><Relationship Type="http://schemas.openxmlformats.org/officeDocument/2006/relationships/slideLayout" Target="/ppt/slideLayouts/slideLayout19.xml" Id="Re34fd0a459bc479c" /><Relationship Type="http://schemas.openxmlformats.org/officeDocument/2006/relationships/slideLayout" Target="/ppt/slideLayouts/slideLayout20.xml" Id="R71aa33c7127e4b7e" /><Relationship Type="http://schemas.openxmlformats.org/officeDocument/2006/relationships/slideLayout" Target="/ppt/slideLayouts/slideLayout21.xml" Id="R82040206bf274075" /><Relationship Type="http://schemas.openxmlformats.org/officeDocument/2006/relationships/slideLayout" Target="/ppt/slideLayouts/slideLayout22.xml" Id="R3eafadd70cac414d" /><Relationship Type="http://schemas.openxmlformats.org/officeDocument/2006/relationships/slideLayout" Target="/ppt/slideLayouts/slideLayout23.xml" Id="R287406fc7ecc4bbb" /><Relationship Type="http://schemas.openxmlformats.org/officeDocument/2006/relationships/slideLayout" Target="/ppt/slideLayouts/slideLayout24.xml" Id="R4084ebd10bed4c01" /><Relationship Type="http://schemas.openxmlformats.org/officeDocument/2006/relationships/slideLayout" Target="/ppt/slideLayouts/slideLayout25.xml" Id="R69cf1d9d90e046a5" /><Relationship Type="http://schemas.openxmlformats.org/officeDocument/2006/relationships/slideLayout" Target="/ppt/slideLayouts/slideLayout26.xml" Id="R1f8171827e274d1a" /><Relationship Type="http://schemas.openxmlformats.org/officeDocument/2006/relationships/slideLayout" Target="/ppt/slideLayouts/slideLayout27.xml" Id="Rd7cc9957670a42d6" /><Relationship Type="http://schemas.openxmlformats.org/officeDocument/2006/relationships/slideLayout" Target="/ppt/slideLayouts/slideLayout28.xml" Id="Re864f0d2d2344bfa" /><Relationship Type="http://schemas.openxmlformats.org/officeDocument/2006/relationships/slideLayout" Target="/ppt/slideLayouts/slideLayout29.xml" Id="Rcb354fa50cec4187" /><Relationship Type="http://schemas.openxmlformats.org/officeDocument/2006/relationships/slideLayout" Target="/ppt/slideLayouts/slideLayout30.xml" Id="R76b79c1bdce34a08" /><Relationship Type="http://schemas.openxmlformats.org/officeDocument/2006/relationships/slideLayout" Target="/ppt/slideLayouts/slideLayout31.xml" Id="Rc13251e4708f494d" /><Relationship Type="http://schemas.openxmlformats.org/officeDocument/2006/relationships/slideLayout" Target="/ppt/slideLayouts/slideLayout32.xml" Id="R9fb86415f77b4b51" /><Relationship Type="http://schemas.openxmlformats.org/officeDocument/2006/relationships/slideLayout" Target="/ppt/slideLayouts/slideLayout33.xml" Id="R0efc6acbf7f94bf9" /><Relationship Type="http://schemas.openxmlformats.org/officeDocument/2006/relationships/slideLayout" Target="/ppt/slideLayouts/slideLayout34.xml" Id="R2f0427c030934844" /><Relationship Type="http://schemas.openxmlformats.org/officeDocument/2006/relationships/slideLayout" Target="/ppt/slideLayouts/slideLayout35.xml" Id="R423e8fe9cae14711" /><Relationship Type="http://schemas.openxmlformats.org/officeDocument/2006/relationships/slideLayout" Target="/ppt/slideLayouts/slideLayout36.xml" Id="R16e5d982b24e40d6" /><Relationship Type="http://schemas.openxmlformats.org/officeDocument/2006/relationships/slideLayout" Target="/ppt/slideLayouts/slideLayout37.xml" Id="R3bce7448109b4657" /><Relationship Type="http://schemas.openxmlformats.org/officeDocument/2006/relationships/slideLayout" Target="/ppt/slideLayouts/slideLayout38.xml" Id="Ra2b03ea53d4145c4" /><Relationship Type="http://schemas.openxmlformats.org/officeDocument/2006/relationships/slideLayout" Target="/ppt/slideLayouts/slideLayout39.xml" Id="R10d5465c3ae14831" /><Relationship Type="http://schemas.openxmlformats.org/officeDocument/2006/relationships/slideLayout" Target="/ppt/slideLayouts/slideLayout40.xml" Id="R4a1ce751f4e944c4" /><Relationship Type="http://schemas.openxmlformats.org/officeDocument/2006/relationships/slideLayout" Target="/ppt/slideLayouts/slideLayout41.xml" Id="R4002f4b3149146cb" /><Relationship Type="http://schemas.openxmlformats.org/officeDocument/2006/relationships/slideLayout" Target="/ppt/slideLayouts/slideLayout42.xml" Id="Rf3778ab655d0480d" /><Relationship Type="http://schemas.openxmlformats.org/officeDocument/2006/relationships/slideLayout" Target="/ppt/slideLayouts/slideLayout43.xml" Id="Ra84b8ebb75e149f5" /><Relationship Type="http://schemas.openxmlformats.org/officeDocument/2006/relationships/slideLayout" Target="/ppt/slideLayouts/slideLayout44.xml" Id="Rc5838096ce3049e8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6" name="Google Shape;386;p24">
            <a:extLst xmlns:a="http://schemas.openxmlformats.org/drawingml/2006/main">
              <a:ext uri="{FF2B5EF4-FFF2-40B4-BE49-F238E27FC236}">
                <a16:creationId xmlns:a16="http://schemas.microsoft.com/office/drawing/2014/main" id="{07FDCDF8-FE92-43DC-A5AE-77E37F87E7B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23400" y="890050"/>
            <a:ext cx="17041200" cy="11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182850" rIns="182850" bIns="18285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  <p:sp>
        <p:nvSpPr>
          <p:cNvPr id="387" name="Google Shape;387;p24">
            <a:extLst xmlns:a="http://schemas.openxmlformats.org/drawingml/2006/main">
              <a:ext uri="{FF2B5EF4-FFF2-40B4-BE49-F238E27FC236}">
                <a16:creationId xmlns:a16="http://schemas.microsoft.com/office/drawing/2014/main" id="{41CD6965-6641-4A26-B03E-2BBF2D8BD85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23400" y="2304950"/>
            <a:ext cx="17041200" cy="683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182850" rIns="182850" bIns="182850" anchor="t">
            <a:noAutofit/>
          </a:bodyPr>
          <a:lstStyle xmlns:a="http://schemas.openxmlformats.org/drawingml/2006/main">
            <a:lvl1pPr marL="45720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3600">
                <a:latin typeface="Proxima Nova"/>
                <a:ea typeface="Proxima Nova"/>
                <a:cs typeface="Proxima Nova"/>
              </a:defRPr>
            </a:lvl1pPr>
            <a:lvl2pPr marL="914400" indent="-406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har char="○"/>
              <a:defRPr sz="2800">
                <a:latin typeface="Proxima Nova"/>
                <a:ea typeface="Proxima Nova"/>
                <a:cs typeface="Proxima Nova"/>
              </a:defRPr>
            </a:lvl2pPr>
            <a:lvl3pPr marL="1371600" indent="-406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har char="■"/>
              <a:defRPr sz="2800">
                <a:latin typeface="Proxima Nova"/>
                <a:ea typeface="Proxima Nova"/>
                <a:cs typeface="Proxima Nova"/>
              </a:defRPr>
            </a:lvl3pPr>
            <a:lvl4pPr marL="1828800" indent="-406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har char="●"/>
              <a:defRPr sz="2800">
                <a:latin typeface="Proxima Nova"/>
                <a:ea typeface="Proxima Nova"/>
                <a:cs typeface="Proxima Nova"/>
              </a:defRPr>
            </a:lvl4pPr>
            <a:lvl5pPr marL="2286000" indent="-406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har char="○"/>
              <a:defRPr sz="2800">
                <a:latin typeface="Proxima Nova"/>
                <a:ea typeface="Proxima Nova"/>
                <a:cs typeface="Proxima Nova"/>
              </a:defRPr>
            </a:lvl5pPr>
            <a:lvl6pPr marL="2743200" indent="-406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har char="■"/>
              <a:defRPr sz="2800">
                <a:latin typeface="Proxima Nova"/>
                <a:ea typeface="Proxima Nova"/>
                <a:cs typeface="Proxima Nova"/>
              </a:defRPr>
            </a:lvl6pPr>
            <a:lvl7pPr marL="3200400" indent="-406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har char="●"/>
              <a:defRPr sz="2800">
                <a:latin typeface="Proxima Nova"/>
                <a:ea typeface="Proxima Nova"/>
                <a:cs typeface="Proxima Nova"/>
              </a:defRPr>
            </a:lvl7pPr>
            <a:lvl8pPr marL="3657600" indent="-406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har char="○"/>
              <a:defRPr sz="2800">
                <a:latin typeface="Proxima Nova"/>
                <a:ea typeface="Proxima Nova"/>
                <a:cs typeface="Proxima Nova"/>
              </a:defRPr>
            </a:lvl8pPr>
            <a:lvl9pPr marL="4114800" indent="-4064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har char="■"/>
              <a:defRPr sz="2800"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  <p:sp>
        <p:nvSpPr>
          <p:cNvPr id="388" name="Google Shape;388;p24">
            <a:extLst xmlns:a="http://schemas.openxmlformats.org/drawingml/2006/main">
              <a:ext uri="{FF2B5EF4-FFF2-40B4-BE49-F238E27FC236}">
                <a16:creationId xmlns:a16="http://schemas.microsoft.com/office/drawing/2014/main" id="{6A3418F2-1912-4DF6-9FF4-A1EAD5518893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16944916" y="9326434"/>
            <a:ext cx="1097400" cy="7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182850" rIns="182850" bIns="182850" anchor="ctr">
            <a:noAutofit/>
          </a:bodyPr>
          <a:lstStyle xmlns:a="http://schemas.openxmlformats.org/drawingml/2006/main">
            <a:lvl1pPr algn="r">
              <a:buNone/>
              <a:defRPr sz="2000">
                <a:solidFill>
                  <a:schemeClr val="dk2"/>
                </a:solidFill>
              </a:defRPr>
            </a:lvl1pPr>
            <a:lvl2pPr algn="r">
              <a:buNone/>
              <a:defRPr sz="2000">
                <a:solidFill>
                  <a:schemeClr val="dk2"/>
                </a:solidFill>
              </a:defRPr>
            </a:lvl2pPr>
            <a:lvl3pPr algn="r">
              <a:buNone/>
              <a:defRPr sz="2000">
                <a:solidFill>
                  <a:schemeClr val="dk2"/>
                </a:solidFill>
              </a:defRPr>
            </a:lvl3pPr>
            <a:lvl4pPr algn="r">
              <a:buNone/>
              <a:defRPr sz="2000">
                <a:solidFill>
                  <a:schemeClr val="dk2"/>
                </a:solidFill>
              </a:defRPr>
            </a:lvl4pPr>
            <a:lvl5pPr algn="r">
              <a:buNone/>
              <a:defRPr sz="2000">
                <a:solidFill>
                  <a:schemeClr val="dk2"/>
                </a:solidFill>
              </a:defRPr>
            </a:lvl5pPr>
            <a:lvl6pPr algn="r">
              <a:buNone/>
              <a:defRPr sz="2000">
                <a:solidFill>
                  <a:schemeClr val="dk2"/>
                </a:solidFill>
              </a:defRPr>
            </a:lvl6pPr>
            <a:lvl7pPr algn="r">
              <a:buNone/>
              <a:defRPr sz="2000">
                <a:solidFill>
                  <a:schemeClr val="dk2"/>
                </a:solidFill>
              </a:defRPr>
            </a:lvl7pPr>
            <a:lvl8pPr algn="r">
              <a:buNone/>
              <a:defRPr sz="2000">
                <a:solidFill>
                  <a:schemeClr val="dk2"/>
                </a:solidFill>
              </a:defRPr>
            </a:lvl8pPr>
            <a:lvl9pPr algn="r">
              <a:buNone/>
              <a:defRPr sz="20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E625A2D4-10D9-474B-B561-F191729EAC4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23400" y="890050"/>
            <a:ext cx="17041200" cy="11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182850" rIns="182850" bIns="18285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5600"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BF41855D-EA2F-40A7-81FD-44C669CA436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23400" y="2304950"/>
            <a:ext cx="17041200" cy="683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182850" rIns="182850" bIns="182850" anchor="t">
            <a:noAutofit/>
          </a:bodyPr>
          <a:lstStyle xmlns:a="http://schemas.openxmlformats.org/drawingml/2006/main">
            <a:lvl1pPr marL="45720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3600">
                <a:latin typeface="Proxima Nova"/>
                <a:ea typeface="Proxima Nova"/>
                <a:cs typeface="Proxima Nova"/>
              </a:defRPr>
            </a:lvl1pPr>
            <a:lvl2pPr marL="914400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2800">
                <a:latin typeface="Proxima Nova"/>
                <a:ea typeface="Proxima Nova"/>
                <a:cs typeface="Proxima Nova"/>
              </a:defRPr>
            </a:lvl2pPr>
            <a:lvl3pPr marL="1371600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2800">
                <a:latin typeface="Proxima Nova"/>
                <a:ea typeface="Proxima Nova"/>
                <a:cs typeface="Proxima Nova"/>
              </a:defRPr>
            </a:lvl3pPr>
            <a:lvl4pPr marL="1828800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2800">
                <a:latin typeface="Proxima Nova"/>
                <a:ea typeface="Proxima Nova"/>
                <a:cs typeface="Proxima Nova"/>
              </a:defRPr>
            </a:lvl4pPr>
            <a:lvl5pPr marL="2286000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2800">
                <a:latin typeface="Proxima Nova"/>
                <a:ea typeface="Proxima Nova"/>
                <a:cs typeface="Proxima Nova"/>
              </a:defRPr>
            </a:lvl5pPr>
            <a:lvl6pPr marL="2743200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2800">
                <a:latin typeface="Proxima Nova"/>
                <a:ea typeface="Proxima Nova"/>
                <a:cs typeface="Proxima Nova"/>
              </a:defRPr>
            </a:lvl6pPr>
            <a:lvl7pPr marL="3200400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2800">
                <a:latin typeface="Proxima Nova"/>
                <a:ea typeface="Proxima Nova"/>
                <a:cs typeface="Proxima Nova"/>
              </a:defRPr>
            </a:lvl7pPr>
            <a:lvl8pPr marL="3657600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2800">
                <a:latin typeface="Proxima Nova"/>
                <a:ea typeface="Proxima Nova"/>
                <a:cs typeface="Proxima Nova"/>
              </a:defRPr>
            </a:lvl8pPr>
            <a:lvl9pPr marL="4114800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2800"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90F223F-A54C-4560-B932-81DA0F8D5804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16944916" y="9326434"/>
            <a:ext cx="1097400" cy="7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182850" rIns="182850" bIns="182850" anchor="ctr">
            <a:noAutofit/>
          </a:bodyPr>
          <a:lstStyle xmlns:a="http://schemas.openxmlformats.org/drawingml/2006/main">
            <a:lvl1pPr algn="r">
              <a:buNone/>
              <a:defRPr sz="2000">
                <a:solidFill>
                  <a:schemeClr val="dk2"/>
                </a:solidFill>
              </a:defRPr>
            </a:lvl1pPr>
            <a:lvl2pPr algn="r">
              <a:buNone/>
              <a:defRPr sz="2000">
                <a:solidFill>
                  <a:schemeClr val="dk2"/>
                </a:solidFill>
              </a:defRPr>
            </a:lvl2pPr>
            <a:lvl3pPr algn="r">
              <a:buNone/>
              <a:defRPr sz="2000">
                <a:solidFill>
                  <a:schemeClr val="dk2"/>
                </a:solidFill>
              </a:defRPr>
            </a:lvl3pPr>
            <a:lvl4pPr algn="r">
              <a:buNone/>
              <a:defRPr sz="2000">
                <a:solidFill>
                  <a:schemeClr val="dk2"/>
                </a:solidFill>
              </a:defRPr>
            </a:lvl4pPr>
            <a:lvl5pPr algn="r">
              <a:buNone/>
              <a:defRPr sz="2000">
                <a:solidFill>
                  <a:schemeClr val="dk2"/>
                </a:solidFill>
              </a:defRPr>
            </a:lvl5pPr>
            <a:lvl6pPr algn="r">
              <a:buNone/>
              <a:defRPr sz="2000">
                <a:solidFill>
                  <a:schemeClr val="dk2"/>
                </a:solidFill>
              </a:defRPr>
            </a:lvl6pPr>
            <a:lvl7pPr algn="r">
              <a:buNone/>
              <a:defRPr sz="2000">
                <a:solidFill>
                  <a:schemeClr val="dk2"/>
                </a:solidFill>
              </a:defRPr>
            </a:lvl7pPr>
            <a:lvl8pPr algn="r">
              <a:buNone/>
              <a:defRPr sz="2000">
                <a:solidFill>
                  <a:schemeClr val="dk2"/>
                </a:solidFill>
              </a:defRPr>
            </a:lvl8pPr>
            <a:lvl9pPr algn="r">
              <a:buNone/>
              <a:defRPr sz="20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ab2f731d44094059"/>
    <p:sldLayoutId xmlns:r="http://schemas.openxmlformats.org/officeDocument/2006/relationships" id="2147483649" r:id="R682b376d5a064147"/>
    <p:sldLayoutId xmlns:r="http://schemas.openxmlformats.org/officeDocument/2006/relationships" id="2147483650" r:id="R3b55db3e57a84aa5"/>
    <p:sldLayoutId xmlns:r="http://schemas.openxmlformats.org/officeDocument/2006/relationships" id="2147483651" r:id="R4b9de19203ce40cc"/>
    <p:sldLayoutId xmlns:r="http://schemas.openxmlformats.org/officeDocument/2006/relationships" id="2147483652" r:id="Rf94aefd8de104d2a"/>
    <p:sldLayoutId xmlns:r="http://schemas.openxmlformats.org/officeDocument/2006/relationships" id="2147483653" r:id="Rcb345803fe484603"/>
    <p:sldLayoutId xmlns:r="http://schemas.openxmlformats.org/officeDocument/2006/relationships" id="2147483654" r:id="Re901f18dfe8942c6"/>
    <p:sldLayoutId xmlns:r="http://schemas.openxmlformats.org/officeDocument/2006/relationships" id="2147483655" r:id="R9b32685dae6f4bad"/>
    <p:sldLayoutId xmlns:r="http://schemas.openxmlformats.org/officeDocument/2006/relationships" id="2147483656" r:id="Rc5504cc88e2c4266"/>
    <p:sldLayoutId xmlns:r="http://schemas.openxmlformats.org/officeDocument/2006/relationships" id="2147483657" r:id="R40db42aef2364fbd"/>
    <p:sldLayoutId xmlns:r="http://schemas.openxmlformats.org/officeDocument/2006/relationships" id="2147483658" r:id="R9ceeb6d1677844aa"/>
    <p:sldLayoutId xmlns:r="http://schemas.openxmlformats.org/officeDocument/2006/relationships" id="2147483659" r:id="R7e346a016a8045c6"/>
    <p:sldLayoutId xmlns:r="http://schemas.openxmlformats.org/officeDocument/2006/relationships" id="2147483660" r:id="R04570bedfb01493f"/>
    <p:sldLayoutId xmlns:r="http://schemas.openxmlformats.org/officeDocument/2006/relationships" id="2147483661" r:id="R8b8ef4bd95ea497e"/>
    <p:sldLayoutId xmlns:r="http://schemas.openxmlformats.org/officeDocument/2006/relationships" id="2147483662" r:id="R5f6262972bca4cdb"/>
    <p:sldLayoutId xmlns:r="http://schemas.openxmlformats.org/officeDocument/2006/relationships" id="2147483663" r:id="R92bdc0671c1b4462"/>
    <p:sldLayoutId xmlns:r="http://schemas.openxmlformats.org/officeDocument/2006/relationships" id="2147483664" r:id="Ree6d0cf6a818431e"/>
    <p:sldLayoutId xmlns:r="http://schemas.openxmlformats.org/officeDocument/2006/relationships" id="2147483665" r:id="R9b2dc4a67a714043"/>
    <p:sldLayoutId xmlns:r="http://schemas.openxmlformats.org/officeDocument/2006/relationships" id="2147483666" r:id="Re34fd0a459bc479c"/>
    <p:sldLayoutId xmlns:r="http://schemas.openxmlformats.org/officeDocument/2006/relationships" id="2147483667" r:id="R71aa33c7127e4b7e"/>
    <p:sldLayoutId xmlns:r="http://schemas.openxmlformats.org/officeDocument/2006/relationships" id="2147483668" r:id="R82040206bf274075"/>
    <p:sldLayoutId xmlns:r="http://schemas.openxmlformats.org/officeDocument/2006/relationships" id="2147483669" r:id="R3eafadd70cac414d"/>
    <p:sldLayoutId xmlns:r="http://schemas.openxmlformats.org/officeDocument/2006/relationships" id="2147483670" r:id="R287406fc7ecc4bbb"/>
    <p:sldLayoutId xmlns:r="http://schemas.openxmlformats.org/officeDocument/2006/relationships" id="2147483671" r:id="R4084ebd10bed4c01"/>
    <p:sldLayoutId xmlns:r="http://schemas.openxmlformats.org/officeDocument/2006/relationships" id="2147483672" r:id="R69cf1d9d90e046a5"/>
    <p:sldLayoutId xmlns:r="http://schemas.openxmlformats.org/officeDocument/2006/relationships" id="2147483673" r:id="R1f8171827e274d1a"/>
    <p:sldLayoutId xmlns:r="http://schemas.openxmlformats.org/officeDocument/2006/relationships" id="2147483674" r:id="Rd7cc9957670a42d6"/>
    <p:sldLayoutId xmlns:r="http://schemas.openxmlformats.org/officeDocument/2006/relationships" id="2147483675" r:id="Re864f0d2d2344bfa"/>
    <p:sldLayoutId xmlns:r="http://schemas.openxmlformats.org/officeDocument/2006/relationships" id="2147483676" r:id="Rcb354fa50cec4187"/>
    <p:sldLayoutId xmlns:r="http://schemas.openxmlformats.org/officeDocument/2006/relationships" id="2147483677" r:id="R76b79c1bdce34a08"/>
    <p:sldLayoutId xmlns:r="http://schemas.openxmlformats.org/officeDocument/2006/relationships" id="2147483678" r:id="Rc13251e4708f494d"/>
    <p:sldLayoutId xmlns:r="http://schemas.openxmlformats.org/officeDocument/2006/relationships" id="2147483679" r:id="R9fb86415f77b4b51"/>
    <p:sldLayoutId xmlns:r="http://schemas.openxmlformats.org/officeDocument/2006/relationships" id="2147483680" r:id="R0efc6acbf7f94bf9"/>
    <p:sldLayoutId xmlns:r="http://schemas.openxmlformats.org/officeDocument/2006/relationships" id="2147483681" r:id="R2f0427c030934844"/>
    <p:sldLayoutId xmlns:r="http://schemas.openxmlformats.org/officeDocument/2006/relationships" id="2147483682" r:id="R423e8fe9cae14711"/>
    <p:sldLayoutId xmlns:r="http://schemas.openxmlformats.org/officeDocument/2006/relationships" id="2147483683" r:id="R16e5d982b24e40d6"/>
    <p:sldLayoutId xmlns:r="http://schemas.openxmlformats.org/officeDocument/2006/relationships" id="2147483684" r:id="R3bce7448109b4657"/>
    <p:sldLayoutId xmlns:r="http://schemas.openxmlformats.org/officeDocument/2006/relationships" id="2147483685" r:id="Ra2b03ea53d4145c4"/>
    <p:sldLayoutId xmlns:r="http://schemas.openxmlformats.org/officeDocument/2006/relationships" id="2147483686" r:id="R10d5465c3ae14831"/>
    <p:sldLayoutId xmlns:r="http://schemas.openxmlformats.org/officeDocument/2006/relationships" id="2147483687" r:id="R4a1ce751f4e944c4"/>
    <p:sldLayoutId xmlns:r="http://schemas.openxmlformats.org/officeDocument/2006/relationships" id="2147483688" r:id="R4002f4b3149146cb"/>
    <p:sldLayoutId xmlns:r="http://schemas.openxmlformats.org/officeDocument/2006/relationships" id="2147483689" r:id="Rf3778ab655d0480d"/>
    <p:sldLayoutId xmlns:r="http://schemas.openxmlformats.org/officeDocument/2006/relationships" id="2147483690" r:id="Ra84b8ebb75e149f5"/>
    <p:sldLayoutId xmlns:r="http://schemas.openxmlformats.org/officeDocument/2006/relationships" id="2147483691" r:id="Rc5838096ce3049e8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d95eaadf9462d" /><Relationship Type="http://schemas.openxmlformats.org/officeDocument/2006/relationships/notesSlide" Target="/ppt/notesSlides/notesSlide1.xml" Id="R5871229c9dda4b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4ae3ca7734602" /><Relationship Type="http://schemas.openxmlformats.org/officeDocument/2006/relationships/notesSlide" Target="/ppt/notesSlides/notesSlide2.xml" Id="Ra58418c9312d42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c1e27c00242e5" /><Relationship Type="http://schemas.openxmlformats.org/officeDocument/2006/relationships/notesSlide" Target="/ppt/notesSlides/notesSlide3.xml" Id="Re5e454beab614f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af86f04fa439e" /><Relationship Type="http://schemas.openxmlformats.org/officeDocument/2006/relationships/notesSlide" Target="/ppt/notesSlides/notesSlide4.xml" Id="Rf77dc9b1bcdd4a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1d659bb7847b3" /><Relationship Type="http://schemas.openxmlformats.org/officeDocument/2006/relationships/notesSlide" Target="/ppt/notesSlides/notesSlide5.xml" Id="R5d2cab1fcea44f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d1200b9d94d5a" /><Relationship Type="http://schemas.openxmlformats.org/officeDocument/2006/relationships/notesSlide" Target="/ppt/notesSlides/notesSlide6.xml" Id="R4c4fdaac8d8048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ac6cddee34305" /><Relationship Type="http://schemas.openxmlformats.org/officeDocument/2006/relationships/chart" Target="/ppt/slides/charts/chart1.xml" Id="R4befae1f71da4c2b" /><Relationship Type="http://schemas.openxmlformats.org/officeDocument/2006/relationships/notesSlide" Target="/ppt/notesSlides/notesSlide7.xml" Id="R8be39220691c42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4ee8fb81f4695" /><Relationship Type="http://schemas.openxmlformats.org/officeDocument/2006/relationships/notesSlide" Target="/ppt/notesSlides/notesSlide8.xml" Id="R8f6170396d3244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e759df0394c12" /><Relationship Type="http://schemas.openxmlformats.org/officeDocument/2006/relationships/notesSlide" Target="/ppt/notesSlides/notesSlide9.xml" Id="Rd0c89c64708842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b893ef76145b4" /><Relationship Type="http://schemas.openxmlformats.org/officeDocument/2006/relationships/notesSlide" Target="/ppt/notesSlides/notesSlide10.xml" Id="R531881f9499144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2ba256a1644fa" /><Relationship Type="http://schemas.openxmlformats.org/officeDocument/2006/relationships/notesSlide" Target="/ppt/notesSlides/notesSlide11.xml" Id="Rfe84692f9f2e46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ae11f25cf45e2" /><Relationship Type="http://schemas.openxmlformats.org/officeDocument/2006/relationships/notesSlide" Target="/ppt/notesSlides/notesSlide12.xml" Id="R6455b812c1e943b9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latin typeface="Poppins"/>
                <a:ea typeface="Poppins"/>
                <a:cs typeface="Poppins"/>
              </a:rPr>
              <a:t>LogLoss на test-периоде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LogLoss</c:v>
          </c:tx>
          <c:spPr>
            <a:solidFill xmlns:a="http://schemas.openxmlformats.org/drawingml/2006/main">
              <a:srgbClr val="4BD0A0"/>
            </a:solidFill>
          </c:spPr>
          <c:cat>
            <c:strLit>
              <c:ptCount val="4"/>
              <c:pt idx="0">
                <c:v>GBM</c:v>
              </c:pt>
              <c:pt idx="1">
                <c:v>CatBoost</c:v>
              </c:pt>
              <c:pt idx="2">
                <c:v>Random Forest</c:v>
              </c:pt>
              <c:pt idx="3">
                <c:v>Baseline</c:v>
              </c:pt>
            </c:strLit>
          </c:cat>
          <c:val>
            <c:numLit>
              <c:formatCode/>
              <c:ptCount val="4"/>
              <c:pt idx="0">
                <c:v>0.4557</c:v>
              </c:pt>
              <c:pt idx="1">
                <c:v>0.4561</c:v>
              </c:pt>
              <c:pt idx="2">
                <c:v>0.4621</c:v>
              </c:pt>
              <c:pt idx="3">
                <c:v>0.4942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B71E5-D35C-4E2E-B8A3-24A914E8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80DC2-2075-47AE-954C-4A1E3916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-857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D07A4-3124-4187-95EB-FDCF579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66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1B398-CB23-4E4B-9E44-D3345B7F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8587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F7C39-7C1E-4630-AC39-BA4F442B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1414"/>
                </a:solidFill>
              </a:defRPr>
            </a:pPr>
            <a:r>
              <a:rPr sz="3750" b="1">
                <a:solidFill>
                  <a:srgbClr val="141414"/>
                </a:solidFill>
              </a:rPr>
              <a:t>Предиктивная модель вероятности исхода матчей РТТ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FC85D-B6CB-42D0-B655-CB84A27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6B64"/>
                </a:solidFill>
              </a:defRPr>
            </a:pPr>
            <a:r>
              <a:rPr sz="1650" b="0">
                <a:solidFill>
                  <a:srgbClr val="636B64"/>
                </a:solidFill>
              </a:rPr>
              <a:t>Дипломный проект по курсу «Машинное обучение: фундаментальные инструменты и практики»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6F195-1344-450F-959A-34F1221B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0" cy="1219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AFDED-5CCB-4378-977B-03DE3A5F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7 559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CAC8A-1596-4061-901D-CFE07BFF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исторических матчей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57094-137C-42DF-B709-4320694B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91000"/>
            <a:ext cx="1714500" cy="1219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8BDF3-797C-4408-ABED-52A2DBE9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624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2 049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36B15-051B-4838-8288-4B341B51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игроков в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726C6-E694-438E-8050-7D8B677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1714500" cy="1219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4E083-F9F7-44D6-8A2A-EE68A03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624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43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7EFEC-0C6A-4694-B0E6-B0F1E785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768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признака модели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291F8-CFAD-4FD6-96A0-2058BD72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6B64"/>
                </a:solidFill>
              </a:defRPr>
            </a:pPr>
            <a:r>
              <a:rPr sz="1350" b="0">
                <a:solidFill>
                  <a:srgbClr val="636B64"/>
                </a:solidFill>
              </a:rPr>
              <a:t>Антон Рыжиков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1E11F-8117-45BE-8811-CF8E66A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626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</p:spTree>
    <p:extLst>
      <p:ext uri="{BB962C8B-B14F-4D97-AF65-F5344CB8AC3E}">
        <p14:creationId xmlns:p14="http://schemas.microsoft.com/office/powerpoint/2010/main" val="1557369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C1EA8B-F05E-41A1-90EC-E5165CA7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54C8C-66CD-4B30-87FA-17CFC0B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711BB-91AB-4C19-9FB1-ADB9A1E9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Постановка задачи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E3DBB-055C-4CC4-A5F4-72336F05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Оценить вероятность победы игрока до начала матча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15B8F-5712-404C-82FB-46A9F606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EE37-5F5C-4582-8D40-0C5A0B44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06353-7426-4058-91F0-B451F67B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0" cy="1809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1D0C0-6F10-4010-9029-3AD454AE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E61EB-4BEA-4A3A-B4E3-9EE126B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D878C-9D69-40E1-BF17-9C54DE2F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Формат задачи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5E467-B0E2-43C5-B01A-78F7B4C0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781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Бинарная классификация: для пары «игрок — соперник» модель возвращает вероятность победы рассматриваемого игрока.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A49C1-9D50-4EB9-8E4C-001B4E6F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809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32127-D6C0-4830-A0A4-11CF7F14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9F116-6EA7-4CF0-BE0E-8AE1534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85059-C540-4744-9752-C45F5A3C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Предметная область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815D2-AE1B-4930-8FB9-87A113DF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2781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Женские одиночные турниры РТТ в возрастных группах до 15, до 17, до 19 лет и взрослые.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1B830-9555-4C96-AEF2-0F6FA1D2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3238500" cy="1809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AEEFE-52D3-4ECC-9AA6-02F222FF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0D7D9-501C-417E-A46C-9DFAB9ED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479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09CEC-371C-4F6B-A273-E6D4721E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Практический смысл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B0448-262A-436E-BC9D-0DE7D576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2781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Официальный рейтинг полезен, но не всегда отражает форму, силу календаря, отдых и реальную динамику игрока.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39E28-243D-4138-B7EF-FDFCA1CE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30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936D"/>
                </a:solidFill>
              </a:defRPr>
            </a:pPr>
            <a:r>
              <a:rPr sz="1950" b="1">
                <a:solidFill>
                  <a:srgbClr val="15936D"/>
                </a:solidFill>
              </a:rPr>
              <a:t>Выход модели — не жесткий класс победителя, а вероятность. Поэтому основная метрика качества — LogLoss.</a:t>
            </a:r>
          </a:p>
        </p:txBody>
      </p:sp>
    </p:spTree>
    <p:extLst>
      <p:ext uri="{BB962C8B-B14F-4D97-AF65-F5344CB8AC3E}">
        <p14:creationId xmlns:p14="http://schemas.microsoft.com/office/powerpoint/2010/main" val="1417104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67901-7B16-4917-A63F-A3051332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BA76-53FE-4AEC-9BA7-A4AE47E3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AD378-10B1-4ACE-B4F8-0644CDD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Данные и автоматизированный сбор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DA811-9FD2-40AF-BF86-22368C5A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Источник — открытая часть сайта Российского теннисного тура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A4C4E-BEC9-4792-955A-26C6E14D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3A851-D13A-471B-B771-9040E74C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7A6B8-DDCC-41C9-B3E1-FDE7D11B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7145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3F661-B95A-4E07-9F7F-A7F1791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149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8C31F-5F9E-4131-8C31-C5A6B708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турниров в датасете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1FB05-A620-4872-8D78-16C500AD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71750"/>
            <a:ext cx="17145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5B147-16E8-4585-B95B-2A8CD368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4320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15 118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249E5-5B6E-4627-9E8C-791350F9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строк long-format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28AD1-D4D4-4B00-965F-06738EB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17145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903A5-F4E5-48B9-8308-2477CB74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2025–26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EB070-22AD-495B-8ED4-C41B2A3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период матчей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E427D-0241-4CBE-928E-1A600EA5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19100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D8587-96A7-4A17-8677-0696626B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Турниры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90DB8-8D86-4BDA-B29F-619B5134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67050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69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Календарь РТТ, ID турниров, детали турнира, статус и даты проведения.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30F94-3230-4A6E-A542-E1EAF73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419100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2383D-C7C1-4145-B8E4-4D84A8CD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671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Матчи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A2EE6-F155-404F-9889-0A7D5CFC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24350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649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Сохраненные страницы матчей, счет, участники, дата, турнир и возрастная категория.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20A75-7C3D-4DF8-A124-0EF722B9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419100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482E8-4CE3-4124-B254-FBCF0611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Рейтинги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4B46B-C5D3-43D2-ABED-41D25B6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373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78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Официальные классификации игроков по датам и возрастным группам.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9FEAB-8060-4C28-8390-CDA1A2F1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</a:defRPr>
            </a:pPr>
            <a:r>
              <a:rPr sz="1950" b="1">
                <a:solidFill>
                  <a:srgbClr val="141414"/>
                </a:solidFill>
              </a:rPr>
              <a:t>Данные не вводятся вручную: проект обновляет источники, проверяет дубли и собирает единый датасет для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659959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A2CF4E-E9E6-4E90-99FE-19D98597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AEF42-B5F7-4A02-9364-744C2EE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1D345-2AB6-42B1-B5DC-189DCC21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Полный ML-пайплайн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17CD9-0895-47B3-9E36-ED007C5B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От сайта РТТ до пользовательского прогноза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E1829-C584-4B9D-B16C-46D35FC5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BF9C7-7981-4D44-BD5F-7E02E2FF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E63DC-1923-46F3-A0AE-B01B23E5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5049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7A43A-4F68-4162-8268-9F857FE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9AE1D-FD0E-4923-91BE-E086D748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619E3-04FF-40CF-843E-EC7AB775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1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Сайт РТТ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D274A-2870-4E35-82AD-FFBF91FB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календарь, матчи, рейтинги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93955-C78B-4190-8A67-31C6A591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8F4B9-AA23-4DA4-B82B-41A407EF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15049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13907-8DC9-4D56-B564-84273B58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CC4FF-9CCE-47E0-B718-732A5802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33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DA935-D64E-41F8-80C1-47439707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861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1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Парсеры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25267-5EDD-4EC6-91B0-61321AAF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автоматический сбор и кеш 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AEE78-5FA6-4314-B62F-9C861478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9DF5C-4047-464C-956D-91B3591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5049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DD4F2-F290-449B-8F8C-53EFF655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3433F-8D6D-4A9B-A5B7-B023CFD8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33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8DA1C-769E-426F-B750-0AFEA99F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861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72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Очистка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E1AC7-6751-402C-A4FD-11173A4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43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нормализация дат, счета, игроков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F1251-391D-4300-9AA1-81FFC4A1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995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93236-1E58-4C4A-AFAA-8D7E89B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5049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27747-8C95-47F3-8BB6-7E4CDA35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1EF888-2469-497E-A396-086980DA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B190E3-F63D-4BB7-B564-3864C456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1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Признаки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DB9FC6-4944-4BF1-A7B7-80D8A2AB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рейтинг, ELO, опыт, H2H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3575E-A054-4802-810F-5349AFB9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0995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60FA27-1CBD-4836-A1ED-5825963C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15049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E9B198-D21C-43DD-A4B4-5CC63D67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A53308-F05F-45A0-883E-3886AE12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376D11-D95D-48E5-B9E9-CBFF3A46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1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Обучение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CFB66D-C52D-43EE-855F-3ACC4AF8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baseline + ML-модели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AC0A02-64DF-4F11-A85D-1DF43012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A7A517-AC84-4A95-98C2-8BC8ECB5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5049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0E81D0-6F76-45C1-8CE9-E7CF0C35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36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35ECDF-0F66-42FF-A3CA-2944231F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33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7481F2-5050-4744-AA39-6BA45918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861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64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Панель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CF4312-9743-4CB9-94C4-5F70B409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43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прогноз и аналитика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23676D-A451-4882-B2AC-E71492C7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885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936D"/>
                </a:solidFill>
              </a:defRPr>
            </a:pPr>
            <a:r>
              <a:rPr sz="1875" b="1">
                <a:solidFill>
                  <a:srgbClr val="15936D"/>
                </a:solidFill>
              </a:rPr>
              <a:t>Главная инженерная идея: данные и модель обновляются одной цепочкой, а прогноз строится на последней доступной истории.</a:t>
            </a:r>
          </a:p>
        </p:txBody>
      </p:sp>
    </p:spTree>
    <p:extLst>
      <p:ext uri="{BB962C8B-B14F-4D97-AF65-F5344CB8AC3E}">
        <p14:creationId xmlns:p14="http://schemas.microsoft.com/office/powerpoint/2010/main" val="1436173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DFAE47-5B9E-42EE-8EE8-D4FB22D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0403C-12F7-4699-9DE9-3C93046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68D61-8CF2-4AD6-B8D1-C81022C2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Признаки без утечки будущего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1FCA5-10F9-48A3-BA36-AD6A4CEE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Каждый матч описывается только тем, что было известно до его начала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0F46E-B24F-49A5-8DB7-218BEDDE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55B56-7499-4F12-90ED-62F63B9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DD39E-0E47-4F72-84F1-A120D18E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0515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826BF-9D7D-461E-83DE-CFFCA1E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Рейтинг РТТ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46EA2-CCAC-481B-9214-80A40117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место, очки, возрастная категория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1C422-30D3-4769-A255-55907BD7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310515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36171-8CE8-4AEE-94EA-36646AFD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Скорректированные очки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B08AE-8054-4232-BB6D-609ACFE7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очки на зачётный турнир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BF280-332C-49C0-98A9-F84BAF11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10515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A3253-4255-428B-BC8B-4590696B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ELO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D85A5-3F5A-405D-8DFD-3EF924EC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динамическая сила игрока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AB5F4-4E1C-4E86-AA29-5C010F9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310515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011EA-0C13-424A-B9BC-F94021E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История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D71D9-7C89-446C-83EE-E63E0E1F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опыт, winrate, личные встречи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41911-64EE-4BF3-988D-D96DF3EB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310515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3F759-DA30-4DC9-BEE7-397F32DD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86225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Недавность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953E8-195B-41A1-A1DD-8C6234D8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отдых и форма 5/10 матчей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6EBEC-0835-4395-9A34-1DBFC2FD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3105150" cy="1066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DFFE6-A640-43EE-98F8-3788AA40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86225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Сила календаря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7B07C-4AE9-4CA6-9ED0-5B1E07E4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43425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ELO предыдущих соперников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37185F-29C7-4598-845C-630E8042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936D"/>
                </a:solidFill>
              </a:defRPr>
            </a:pPr>
            <a:r>
              <a:rPr sz="1800" b="1">
                <a:solidFill>
                  <a:srgbClr val="15936D"/>
                </a:solidFill>
              </a:rPr>
              <a:t>Порядок расчета: сначала признаки → затем результат матча обновляет историю.</a:t>
            </a:r>
          </a:p>
        </p:txBody>
      </p:sp>
    </p:spTree>
    <p:extLst>
      <p:ext uri="{BB962C8B-B14F-4D97-AF65-F5344CB8AC3E}">
        <p14:creationId xmlns:p14="http://schemas.microsoft.com/office/powerpoint/2010/main" val="223690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CBC30-B495-4687-A601-DC3C0641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17837-9D60-4052-BFBE-91543134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C6C11-0713-41AD-A9DD-D34E0E0C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Обучение и time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D36F0-44A4-46D8-8254-DAF22BB5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Тест имитирует прогнозирование будущих матчей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31438-E79B-4DB6-84F5-B647EC63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F5D5-0699-46B2-AB19-3E9BC3A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59C2E-CF59-4022-8511-868BB4F8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68580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0A20B-E3B3-43E3-9649-DC37FB97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26670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EFD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072B3-88AA-4F05-9F85-FBE195F6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908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936D"/>
                </a:solidFill>
              </a:defRPr>
            </a:pPr>
            <a:r>
              <a:rPr sz="1500" b="1">
                <a:solidFill>
                  <a:srgbClr val="15936D"/>
                </a:solidFill>
              </a:rPr>
              <a:t>TRAIN: 6 326 матчей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0D0B3-EEEA-433C-A034-B953D9B0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6A00"/>
                </a:solidFill>
              </a:defRPr>
            </a:pPr>
            <a:r>
              <a:rPr sz="1500" b="1">
                <a:solidFill>
                  <a:srgbClr val="9A6A00"/>
                </a:solidFill>
              </a:rPr>
              <a:t>TEST: 1 233 матча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1B958-0D61-4005-B67B-E5AF3631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02.03.2025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82AF4-FF10-4175-811A-4C480BED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242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11.02.2026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73828-1144-4E12-9704-EB261C5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11.05.2026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531B1-F525-4FB9-918C-F5042E39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B3BC6-5360-40F2-9C53-40043D7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Случайное перемешивание не используется: оно слишком оптимистично для временных данных.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A3445-6640-4E48-B172-5B20D07C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B6410-9A4E-4BF4-9659-C62840E3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Сравнивались однофакторные ориентиры, baseline rating + ELO и три основные ML-модели.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5D4AF-B39A-46CC-9C6D-B134ED40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ECFF7-FEFA-47F9-B24A-C19F70CF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Для пользовательских прогнозов обучается отдельная production-модель на всех доступных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630123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EAB20-5941-4E8B-988F-7FE21E8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2030E-4E7C-4480-8983-4BAABAE1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22B68-934F-45AF-B2E6-C845A9E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Качество моделей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E1A99-A859-495A-B779-F92C5708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Gradient Boosting дает лучшую вероятностную оценку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55A42-E655-4C85-878C-0BF585BF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CD85E-DE98-4C59-929C-C9367E1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62000" y="2428875"/>
          <a:ext xmlns:a="http://schemas.openxmlformats.org/drawingml/2006/main" cx="6000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efae1f71da4c2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A58A9-599A-44F6-9553-1AA540C8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17145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78E83-640B-499E-B6F8-24075D7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0.4557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ED8E8-129B-4421-86E7-EA2B3E9E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LogLoss GBM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5E92A-9926-4040-94CE-AFA79E48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17145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2F93F-1A7B-4DE5-8E09-FEB013EA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0.8658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58482-5548-4726-AFCE-0CC9A49F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861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ROC-AUC GBM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FDEC7-19EF-42BA-BE43-4EBF2463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17145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CCFA6-8DA2-4D26-97A3-9532D319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-7.8%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6223C-B82A-45AF-B65C-09D02D16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339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LogLoss vs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752DA-6728-4165-9BBB-EA9005A7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714500" cy="1200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F6C5F-B1A9-47D6-9121-47244C74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9550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414"/>
                </a:solidFill>
              </a:defRPr>
            </a:pPr>
            <a:r>
              <a:rPr sz="2550" b="1">
                <a:solidFill>
                  <a:srgbClr val="141414"/>
                </a:solidFill>
              </a:rPr>
              <a:t>78.1%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3FC84-5FA0-4C9D-8913-B3F8F003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6B64"/>
                </a:solidFill>
              </a:defRPr>
            </a:pPr>
            <a:r>
              <a:rPr sz="1050" b="0">
                <a:solidFill>
                  <a:srgbClr val="636B64"/>
                </a:solidFill>
              </a:rPr>
              <a:t>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C4608-1BC6-4CCA-85F8-BD4ED3A1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20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B64"/>
                </a:solidFill>
              </a:defRPr>
            </a:pPr>
            <a:r>
              <a:rPr sz="1275" b="0">
                <a:solidFill>
                  <a:srgbClr val="636B64"/>
                </a:solidFill>
              </a:rPr>
              <a:t>CatBoost близок к GBM, но GBM выбран из-за лучшего LogLoss и Brier. Random Forest сильнее переобучается.</a:t>
            </a:r>
          </a:p>
        </p:txBody>
      </p:sp>
    </p:spTree>
    <p:extLst>
      <p:ext uri="{BB962C8B-B14F-4D97-AF65-F5344CB8AC3E}">
        <p14:creationId xmlns:p14="http://schemas.microsoft.com/office/powerpoint/2010/main" val="1721909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563B5A-AA38-44EE-A659-6253511C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DD894-76C8-42E1-8A90-DBD9B683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612F9-FB58-4703-980A-2D326537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Панель прогноза конкретного матча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0AC63-FDA2-42C5-9E24-A9F2A9B1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Единый пульт: данные, модель, игроки и объяснение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E17BF-ED7D-4BCA-B823-6D7B0878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A7801-1683-4326-8931-5572FB42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1A44F-6423-4EB4-BB14-3DF3CC63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504825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362F5-49AB-4AAB-96EF-4FB82DE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Прогноз матча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5B7DE-047A-4908-9D70-DE27FFCF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Игрок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1630A-FB10-48B8-BDDE-FF22A42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CDCF3-FFA5-4442-B7A5-1DB811FE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Вероятность победы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6C56A-B6D6-42C3-9365-893C7BEA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714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CB244-32DC-481C-AB2D-42C5A2E6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2400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8E3AE-2492-441F-8EA4-57F95299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338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65%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DD788-D36A-457A-A19D-74F6268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28875"/>
            <a:ext cx="4286250" cy="990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9C8BB-4181-48B9-8720-EBB96205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5747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Аналитика игроков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E36D5-FC75-451C-B286-20EE08B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14675"/>
            <a:ext cx="382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6957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рейтинг, очки, ELO, матчи, winrate, форма 5/10, отдых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43468-8499-4389-9C3E-8FE12E22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48075"/>
            <a:ext cx="4286250" cy="990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A6EE4-DE53-4CF9-89B4-48B51A0A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7667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История и графики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A92F1-8311-45E8-BFF6-F19DA24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33875"/>
            <a:ext cx="382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6957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динамика рейтинга, ELO и вероятности во времени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C2FF0-0D4D-4468-8B73-F7F1B11A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67275"/>
            <a:ext cx="4286250" cy="990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9E346-F7AE-4EBB-BE72-B32590C3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9587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Факторы прогноза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6B4BE-0441-446A-8FE9-6642D005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53075"/>
            <a:ext cx="382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6957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B64"/>
                </a:solidFill>
              </a:defRPr>
            </a:pPr>
            <a:r>
              <a:rPr sz="1125" b="0">
                <a:solidFill>
                  <a:srgbClr val="636B64"/>
                </a:solidFill>
              </a:rPr>
              <a:t>таблица признаков, которые сильнее всего сдвинули вероятность</a:t>
            </a:r>
          </a:p>
        </p:txBody>
      </p:sp>
    </p:spTree>
    <p:extLst>
      <p:ext uri="{BB962C8B-B14F-4D97-AF65-F5344CB8AC3E}">
        <p14:creationId xmlns:p14="http://schemas.microsoft.com/office/powerpoint/2010/main" val="11017671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3A5FA1-8215-4FCD-A20F-E46FBA8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5183A-3DF5-435E-B1FE-52DD2BFB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E677E-7D98-4A72-A62A-EE9E9BAE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Практическое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E9382-4274-40CD-8282-6BF157D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Модель помогает интерпретировать матч, а не заменяет эксперта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2B481-2C21-4F6B-8E07-AC46C3A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62C46-8810-4FB1-8A85-7CCE5207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301AB-73A7-4F9C-9A44-B89862E6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238500" cy="1524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3AAF1-A3B7-4EDF-B8B2-50D80DA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DA78A-EDA7-4AC6-903F-9C3771AD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9DC45-8CDA-43DC-9533-6CC1F1FB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Подготовка к матчу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0C6A5-50AF-4F81-AA34-558EE3B6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78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оценка относительной силы соперника, формы, отдыха и истории встреч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C3D85-2E53-4C38-9AB6-9E59314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38500" cy="1524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6E5D0-16F2-4873-9648-D3016107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822F8-913D-40A8-AB87-D36F9DAD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52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B701C-E4F4-4F84-8132-52B09308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051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70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Планирование календаря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6193F-BDDB-489B-B15F-0AB90EB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278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предварительная оценка сложности турнира и возможной сетки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C6A34-4FB4-4849-A44A-2087FEDB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238500" cy="1524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BEB29-6ADF-4899-AB4A-C4899497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390B7-B041-4F09-84E1-17EF49BD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527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7933E-F96B-48C1-ADB5-3BF89F0A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051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Мониторинг развития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78B73-5565-49BA-829B-C51AF872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278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динамика ELO, рейтинговых очков, места в рейтинге и формы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D003E-D37C-4697-BE76-76235DE7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936D"/>
                </a:solidFill>
              </a:defRPr>
            </a:pPr>
            <a:r>
              <a:rPr sz="2025" b="1">
                <a:solidFill>
                  <a:srgbClr val="15936D"/>
                </a:solidFill>
              </a:rPr>
              <a:t>Наиболее полезный сценарий — аналитика для тренера, игрока или исследователя юниорского тенниса.</a:t>
            </a:r>
          </a:p>
        </p:txBody>
      </p:sp>
    </p:spTree>
    <p:extLst>
      <p:ext uri="{BB962C8B-B14F-4D97-AF65-F5344CB8AC3E}">
        <p14:creationId xmlns:p14="http://schemas.microsoft.com/office/powerpoint/2010/main" val="1629932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43E72-AA8B-4DFC-80FE-A6F3AFC0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30A29-B96C-45B2-AABC-D9BFA182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3C131-A28C-45F3-8FFA-620CDCA8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Ограничения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7C586-F523-4E39-ADEA-CF5F1B4C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Прогноз — вероятностная оценка на основе доступной статистики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FA12C-6367-492B-9789-7F3A058C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B1EEF-5EF6-4FFC-B889-A070FD12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23750-DCE1-440A-AEF7-BEDE1649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289CE-C126-46B2-9AA8-EC6739E2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336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Зависимость от публичных данных РТТ и верстки сайта.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D539C-3C69-4501-8753-248E9647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D77A1-170F-4BDE-AD68-2B90576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Нет данных о травмах, покрытии, погоде, переездах и текущем самочувствии.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9E117-6DDD-43CF-92DF-F682E3D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CBAA0-303E-427E-8D45-55F141E7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У игроков с малой историей менее устойчивы ELO, форма, H2H и общие соперники.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3BA37-303E-4502-AC03-97706F75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B8A4A-C1B4-4CA9-8ACF-5018E1D9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Исторические метрики не гарантируют такое же качество на будущих данных.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823C1-76C5-49A2-BE36-76C623DC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36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EE79F-F5EA-4527-90E4-881F8519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Для промышленного применения нужны мониторинг качества, rolling-validation и контроль калибровки.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6CFF2-60B4-4AE5-81AC-E6CAD997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340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6F51"/>
                </a:solidFill>
              </a:defRPr>
            </a:pPr>
            <a:r>
              <a:rPr sz="1650" b="1">
                <a:solidFill>
                  <a:srgbClr val="E76F51"/>
                </a:solidFill>
              </a:rPr>
              <a:t>Проект не предназначен для ставок или автоматического принятия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13676643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0B2E3-6969-426F-9665-9DD8911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36D"/>
                </a:solidFill>
              </a:defRPr>
            </a:pPr>
            <a:r>
              <a:rPr sz="1350" b="1">
                <a:solidFill>
                  <a:srgbClr val="15936D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D3955-0374-430B-95BC-0BABD199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ACD9D-65DB-438E-ACB2-2F063AB5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414"/>
                </a:solidFill>
              </a:defRPr>
            </a:pPr>
            <a:r>
              <a:rPr sz="3300" b="1">
                <a:solidFill>
                  <a:srgbClr val="141414"/>
                </a:solidFill>
              </a:rPr>
              <a:t>Итоги и развитие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31F4F-7024-4A9D-9626-7F7CD735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6B64"/>
                </a:solidFill>
              </a:defRPr>
            </a:pPr>
            <a:r>
              <a:rPr sz="1500" b="0">
                <a:solidFill>
                  <a:srgbClr val="636B64"/>
                </a:solidFill>
              </a:rPr>
              <a:t>Что получилось и куда проект можно развивать дальше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9CE57-0D0B-4526-A0FE-D74B44C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RTT tennis match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BCC6C-D150-4C39-A890-1BFBB99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B64"/>
                </a:solidFill>
              </a:defRPr>
            </a:pPr>
            <a:r>
              <a:rPr sz="975" b="0">
                <a:solidFill>
                  <a:srgbClr val="636B64"/>
                </a:solidFill>
              </a:rPr>
              <a:t>github.com/PnL-One/rtt-tennis-match-predictor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D8549-8C3C-4D93-A055-6FFCCD26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276600" cy="14859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76F8C-B5A7-44C2-B915-B81EB131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7B332-690F-41AC-9AC4-B7AD3689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BBBDD-279F-498A-9DB6-069A17E7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388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Реализован полный цикл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C5426-B82C-4BFB-ADC5-87D628E3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сбор данных → датасет → признаки → обучение → проверка → прогнозная панель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8FF06-C031-490E-A88C-64F23CFF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3276600" cy="14859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DBEE4-F7E5-4690-A26E-92292310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360B2-3038-4215-B551-DE00DDC3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955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31C7D-BE53-4AC6-BBD6-F91399C5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038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Модель превосходит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52913-9D53-4F87-9A26-80897CB0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GBM снижает LogLoss относительно rating + ELO примерно на 7.8%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B7EF2-FE01-4325-9022-4C6667F8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3276600" cy="14859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0FB4B-DD17-4F13-98E1-A4391CC7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D00C3-769A-4606-97DD-327FA41E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955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9065F-4607-4833-B869-DD5BAA3C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Результат объясним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3DBC8-E35A-4888-BCCA-5A5D0C3C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B64"/>
                </a:solidFill>
              </a:defRPr>
            </a:pPr>
            <a:r>
              <a:rPr sz="1200" b="0">
                <a:solidFill>
                  <a:srgbClr val="636B64"/>
                </a:solidFill>
              </a:rPr>
              <a:t>пользователь видит не только вероятность, но и вклад факторов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BFD9E-EC3B-4B5C-B751-DEE4960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885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936D"/>
                </a:solidFill>
              </a:defRPr>
            </a:pPr>
            <a:r>
              <a:rPr sz="2100" b="1">
                <a:solidFill>
                  <a:srgbClr val="15936D"/>
                </a:solidFill>
              </a:rPr>
              <a:t>Дальше: rolling-validation, калибровка вероятностей, расширение признаков и развитие интерфейса панели.</a:t>
            </a:r>
          </a:p>
        </p:txBody>
      </p:sp>
    </p:spTree>
    <p:extLst>
      <p:ext uri="{BB962C8B-B14F-4D97-AF65-F5344CB8AC3E}">
        <p14:creationId xmlns:p14="http://schemas.microsoft.com/office/powerpoint/2010/main" val="2011628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26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12F5FC-B47E-4F36-8EEC-37FE3262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572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D0A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F60A9-CD96-449C-A90C-776AF41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62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52468-8BC0-4C1D-99A8-A356643C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71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Спасибо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B4E4A-6E49-44DC-8DFB-1CE98F7B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3DC"/>
                </a:solidFill>
              </a:defRPr>
            </a:pPr>
            <a:r>
              <a:rPr sz="2025" b="0">
                <a:solidFill>
                  <a:srgbClr val="D9E3DC"/>
                </a:solidFill>
              </a:rPr>
              <a:t>Готов показать код, панель управления и прогноз по конкретному матчу.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2CE75-AB64-4BAA-A2CF-19C7632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B2"/>
                </a:solidFill>
              </a:defRPr>
            </a:pPr>
            <a:r>
              <a:rPr sz="1500" b="0">
                <a:solidFill>
                  <a:srgbClr val="AEB9B2"/>
                </a:solidFill>
              </a:rPr>
              <a:t>Рабочий код проекта: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7CAA9-19B3-485B-B9A9-B940A1E7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D0A0"/>
                </a:solidFill>
              </a:defRPr>
            </a:pPr>
            <a:r>
              <a:rPr sz="2100" b="1">
                <a:solidFill>
                  <a:srgbClr val="4BD0A0"/>
                </a:solidFill>
              </a:rPr>
              <a:t>github.com/PnL-One/rtt-tennis-match-predictor</a:t>
            </a:r>
          </a:p>
        </p:txBody>
      </p:sp>
    </p:spTree>
    <p:extLst>
      <p:ext uri="{BB962C8B-B14F-4D97-AF65-F5344CB8AC3E}">
        <p14:creationId xmlns:p14="http://schemas.microsoft.com/office/powerpoint/2010/main" val="197378448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4BD0A0"/>
      </a:dk2>
      <a:lt2>
        <a:srgbClr val="27282D"/>
      </a:lt2>
      <a:accent1>
        <a:srgbClr val="EB236B"/>
      </a:accent1>
      <a:accent2>
        <a:srgbClr val="5D00F5"/>
      </a:accent2>
      <a:accent3>
        <a:srgbClr val="0066FF"/>
      </a:accent3>
      <a:accent4>
        <a:srgbClr val="F3F4F7"/>
      </a:accent4>
      <a:accent5>
        <a:srgbClr val="999999"/>
      </a:accent5>
      <a:accent6>
        <a:srgbClr val="FFFFFF"/>
      </a:accent6>
      <a:hlink>
        <a:srgbClr val="4BD0A0"/>
      </a:hlink>
      <a:folHlink>
        <a:srgbClr val="0097A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2026-05-12T21:01:53.7290000Z</dcterms:created>
  <dcterms:modified xsi:type="dcterms:W3CDTF">2026-05-12T21:01:53.7290000Z</dcterms:modified>
</coreProperties>
</file>